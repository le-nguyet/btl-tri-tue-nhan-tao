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Algerian" panose="04020705040A02060702" pitchFamily="82" charset="0"/>
      <p:regular r:id="rId18"/>
    </p:embeddedFont>
    <p:embeddedFont>
      <p:font typeface="Asap" panose="020B0604020202020204" charset="-93"/>
      <p:regular r:id="rId19"/>
    </p:embeddedFont>
    <p:embeddedFont>
      <p:font typeface="Consolas" panose="020B0609020204030204" pitchFamily="49" charset="0"/>
      <p:regular r:id="rId20"/>
      <p:bold r:id="rId21"/>
      <p:italic r:id="rId22"/>
      <p:boldItalic r:id="rId23"/>
    </p:embeddedFont>
    <p:embeddedFont>
      <p:font typeface="Faustina" panose="020B0604020202020204" charset="-93"/>
      <p:regular r:id="rId24"/>
    </p:embeddedFont>
    <p:embeddedFont>
      <p:font typeface="Faustina Bold" panose="020B0604020202020204" charset="-93"/>
      <p:regular r:id="rId25"/>
    </p:embeddedFont>
    <p:embeddedFont>
      <p:font typeface="Lobster" panose="00000500000000000000" pitchFamily="2" charset="-93"/>
      <p:regular r:id="rId26"/>
    </p:embeddedFont>
    <p:embeddedFont>
      <p:font typeface="Noto Sans" panose="020B0502040504020204" pitchFamily="34" charset="0"/>
      <p:regular r:id="rId27"/>
    </p:embeddedFont>
    <p:embeddedFont>
      <p:font typeface="Noto Sans Bold" panose="020B0802040504020204" charset="0"/>
      <p:regular r:id="rId28"/>
    </p:embeddedFont>
    <p:embeddedFont>
      <p:font typeface="Noto Sans Italics"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378"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910D89-A429-4D88-ADAC-51FC670AB90D}" type="datetimeFigureOut">
              <a:rPr lang="en-US" smtClean="0"/>
              <a:t>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82B004-7476-480A-8677-1F7AACA95240}" type="slidenum">
              <a:rPr lang="en-US" smtClean="0"/>
              <a:t>‹#›</a:t>
            </a:fld>
            <a:endParaRPr lang="en-US"/>
          </a:p>
        </p:txBody>
      </p:sp>
    </p:spTree>
    <p:extLst>
      <p:ext uri="{BB962C8B-B14F-4D97-AF65-F5344CB8AC3E}">
        <p14:creationId xmlns:p14="http://schemas.microsoft.com/office/powerpoint/2010/main" val="479320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82B004-7476-480A-8677-1F7AACA95240}" type="slidenum">
              <a:rPr lang="en-US" smtClean="0"/>
              <a:t>5</a:t>
            </a:fld>
            <a:endParaRPr lang="en-US"/>
          </a:p>
        </p:txBody>
      </p:sp>
    </p:spTree>
    <p:extLst>
      <p:ext uri="{BB962C8B-B14F-4D97-AF65-F5344CB8AC3E}">
        <p14:creationId xmlns:p14="http://schemas.microsoft.com/office/powerpoint/2010/main" val="3461063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496975" cy="10287000"/>
          </a:xfrm>
          <a:custGeom>
            <a:avLst/>
            <a:gdLst/>
            <a:ahLst/>
            <a:cxnLst/>
            <a:rect l="l" t="t" r="r" b="b"/>
            <a:pathLst>
              <a:path w="18496975" h="10287000">
                <a:moveTo>
                  <a:pt x="0" y="0"/>
                </a:moveTo>
                <a:lnTo>
                  <a:pt x="18496975" y="0"/>
                </a:lnTo>
                <a:lnTo>
                  <a:pt x="18496975" y="10287000"/>
                </a:lnTo>
                <a:lnTo>
                  <a:pt x="0" y="10287000"/>
                </a:lnTo>
                <a:lnTo>
                  <a:pt x="0" y="0"/>
                </a:lnTo>
                <a:close/>
              </a:path>
            </a:pathLst>
          </a:custGeom>
          <a:blipFill>
            <a:blip r:embed="rId2"/>
            <a:stretch>
              <a:fillRect t="-3407" r="-2124" b="-18892"/>
            </a:stretch>
          </a:blipFill>
        </p:spPr>
        <p:txBody>
          <a:bodyPr/>
          <a:lstStyle/>
          <a:p>
            <a:endParaRPr lang="en-US" dirty="0"/>
          </a:p>
        </p:txBody>
      </p:sp>
      <p:sp>
        <p:nvSpPr>
          <p:cNvPr id="3" name="TextBox 2">
            <a:extLst>
              <a:ext uri="{FF2B5EF4-FFF2-40B4-BE49-F238E27FC236}">
                <a16:creationId xmlns:a16="http://schemas.microsoft.com/office/drawing/2014/main" id="{9C89D403-4FC3-02D5-7E8C-DBE28DA63854}"/>
              </a:ext>
            </a:extLst>
          </p:cNvPr>
          <p:cNvSpPr txBox="1"/>
          <p:nvPr/>
        </p:nvSpPr>
        <p:spPr>
          <a:xfrm>
            <a:off x="11201400" y="7581900"/>
            <a:ext cx="7086600" cy="2123658"/>
          </a:xfrm>
          <a:prstGeom prst="rect">
            <a:avLst/>
          </a:prstGeom>
          <a:noFill/>
        </p:spPr>
        <p:txBody>
          <a:bodyPr wrap="square" rtlCol="0">
            <a:spAutoFit/>
          </a:bodyPr>
          <a:lstStyle/>
          <a:p>
            <a:pPr algn="r"/>
            <a:r>
              <a:rPr lang="vi-VN" sz="4400" b="1" i="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onsolas" panose="020B0609020204030204" pitchFamily="49" charset="0"/>
              </a:rPr>
              <a:t>Nhóm 15: </a:t>
            </a:r>
          </a:p>
          <a:p>
            <a:pPr algn="r"/>
            <a:r>
              <a:rPr lang="vi-VN" sz="4400" b="1" i="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onsolas" panose="020B0609020204030204" pitchFamily="49" charset="0"/>
              </a:rPr>
              <a:t>Nguyễn Tuấn Dinh </a:t>
            </a:r>
          </a:p>
          <a:p>
            <a:pPr algn="r"/>
            <a:r>
              <a:rPr lang="vi-VN" sz="4400" b="1" i="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onsolas" panose="020B0609020204030204" pitchFamily="49" charset="0"/>
              </a:rPr>
              <a:t>Lê Thị Thu Nguyệt</a:t>
            </a:r>
            <a:endParaRPr lang="en-US" sz="4400" b="1" i="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lgerian" panose="04020705040A02060702" pitchFamily="8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rot="-5400000">
            <a:off x="7464133" y="-838879"/>
            <a:ext cx="3498630" cy="18753128"/>
          </a:xfrm>
          <a:prstGeom prst="rect">
            <a:avLst/>
          </a:prstGeom>
          <a:solidFill>
            <a:srgbClr val="448C40"/>
          </a:solidFill>
        </p:spPr>
        <p:txBody>
          <a:bodyPr/>
          <a:lstStyle/>
          <a:p>
            <a:endParaRPr lang="en-US"/>
          </a:p>
        </p:txBody>
      </p:sp>
      <p:sp>
        <p:nvSpPr>
          <p:cNvPr id="3" name="Freeform 3"/>
          <p:cNvSpPr/>
          <p:nvPr/>
        </p:nvSpPr>
        <p:spPr>
          <a:xfrm>
            <a:off x="1028700" y="8924827"/>
            <a:ext cx="4601252" cy="1116631"/>
          </a:xfrm>
          <a:custGeom>
            <a:avLst/>
            <a:gdLst/>
            <a:ahLst/>
            <a:cxnLst/>
            <a:rect l="l" t="t" r="r" b="b"/>
            <a:pathLst>
              <a:path w="4601252" h="1116631">
                <a:moveTo>
                  <a:pt x="0" y="0"/>
                </a:moveTo>
                <a:lnTo>
                  <a:pt x="4601252" y="0"/>
                </a:lnTo>
                <a:lnTo>
                  <a:pt x="4601252" y="1116631"/>
                </a:lnTo>
                <a:lnTo>
                  <a:pt x="0" y="1116631"/>
                </a:lnTo>
                <a:lnTo>
                  <a:pt x="0" y="0"/>
                </a:lnTo>
                <a:close/>
              </a:path>
            </a:pathLst>
          </a:custGeom>
          <a:blipFill>
            <a:blip r:embed="rId2"/>
            <a:stretch>
              <a:fillRect l="-3281" t="-7018" r="-3085" b="-11441"/>
            </a:stretch>
          </a:blipFill>
        </p:spPr>
        <p:txBody>
          <a:bodyPr/>
          <a:lstStyle/>
          <a:p>
            <a:endParaRPr lang="en-US" dirty="0"/>
          </a:p>
        </p:txBody>
      </p:sp>
      <p:sp>
        <p:nvSpPr>
          <p:cNvPr id="4" name="Freeform 4"/>
          <p:cNvSpPr/>
          <p:nvPr/>
        </p:nvSpPr>
        <p:spPr>
          <a:xfrm>
            <a:off x="420616" y="1845363"/>
            <a:ext cx="9753766" cy="5280377"/>
          </a:xfrm>
          <a:custGeom>
            <a:avLst/>
            <a:gdLst/>
            <a:ahLst/>
            <a:cxnLst/>
            <a:rect l="l" t="t" r="r" b="b"/>
            <a:pathLst>
              <a:path w="9753766" h="5280377">
                <a:moveTo>
                  <a:pt x="0" y="0"/>
                </a:moveTo>
                <a:lnTo>
                  <a:pt x="9753767" y="0"/>
                </a:lnTo>
                <a:lnTo>
                  <a:pt x="9753767" y="5280377"/>
                </a:lnTo>
                <a:lnTo>
                  <a:pt x="0" y="5280377"/>
                </a:lnTo>
                <a:lnTo>
                  <a:pt x="0" y="0"/>
                </a:lnTo>
                <a:close/>
              </a:path>
            </a:pathLst>
          </a:custGeom>
          <a:blipFill>
            <a:blip r:embed="rId3"/>
            <a:stretch>
              <a:fillRect l="-2432" r="-2432"/>
            </a:stretch>
          </a:blipFill>
        </p:spPr>
        <p:txBody>
          <a:bodyPr/>
          <a:lstStyle/>
          <a:p>
            <a:endParaRPr lang="en-US"/>
          </a:p>
        </p:txBody>
      </p:sp>
      <p:sp>
        <p:nvSpPr>
          <p:cNvPr id="5" name="Freeform 5"/>
          <p:cNvSpPr/>
          <p:nvPr/>
        </p:nvSpPr>
        <p:spPr>
          <a:xfrm>
            <a:off x="1028700" y="7506740"/>
            <a:ext cx="4268799" cy="1170437"/>
          </a:xfrm>
          <a:custGeom>
            <a:avLst/>
            <a:gdLst/>
            <a:ahLst/>
            <a:cxnLst/>
            <a:rect l="l" t="t" r="r" b="b"/>
            <a:pathLst>
              <a:path w="4268799" h="1170437">
                <a:moveTo>
                  <a:pt x="0" y="0"/>
                </a:moveTo>
                <a:lnTo>
                  <a:pt x="4268799" y="0"/>
                </a:lnTo>
                <a:lnTo>
                  <a:pt x="4268799" y="1170437"/>
                </a:lnTo>
                <a:lnTo>
                  <a:pt x="0" y="1170437"/>
                </a:lnTo>
                <a:lnTo>
                  <a:pt x="0" y="0"/>
                </a:lnTo>
                <a:close/>
              </a:path>
            </a:pathLst>
          </a:custGeom>
          <a:blipFill>
            <a:blip r:embed="rId4"/>
            <a:stretch>
              <a:fillRect l="-6658" t="-2466" r="-2008" b="-12206"/>
            </a:stretch>
          </a:blipFill>
        </p:spPr>
        <p:txBody>
          <a:bodyPr/>
          <a:lstStyle/>
          <a:p>
            <a:endParaRPr lang="en-US" dirty="0"/>
          </a:p>
        </p:txBody>
      </p:sp>
      <p:grpSp>
        <p:nvGrpSpPr>
          <p:cNvPr id="6" name="Group 6"/>
          <p:cNvGrpSpPr/>
          <p:nvPr/>
        </p:nvGrpSpPr>
        <p:grpSpPr>
          <a:xfrm>
            <a:off x="4601994" y="177009"/>
            <a:ext cx="12851662" cy="1668353"/>
            <a:chOff x="0" y="0"/>
            <a:chExt cx="17135549" cy="2224471"/>
          </a:xfrm>
        </p:grpSpPr>
        <p:sp>
          <p:nvSpPr>
            <p:cNvPr id="7" name="TextBox 7"/>
            <p:cNvSpPr txBox="1"/>
            <p:nvPr/>
          </p:nvSpPr>
          <p:spPr>
            <a:xfrm>
              <a:off x="0" y="0"/>
              <a:ext cx="17135549" cy="1663700"/>
            </a:xfrm>
            <a:prstGeom prst="rect">
              <a:avLst/>
            </a:prstGeom>
          </p:spPr>
          <p:txBody>
            <a:bodyPr lIns="0" tIns="0" rIns="0" bIns="0" rtlCol="0" anchor="t">
              <a:spAutoFit/>
            </a:bodyPr>
            <a:lstStyle/>
            <a:p>
              <a:pPr algn="l">
                <a:lnSpc>
                  <a:spcPts val="9870"/>
                </a:lnSpc>
              </a:pPr>
              <a:r>
                <a:rPr lang="en-US" sz="8225" b="1" dirty="0" err="1">
                  <a:solidFill>
                    <a:srgbClr val="000000"/>
                  </a:solidFill>
                  <a:latin typeface="Faustina Bold"/>
                  <a:ea typeface="Faustina Bold"/>
                  <a:cs typeface="Faustina Bold"/>
                  <a:sym typeface="Faustina Bold"/>
                </a:rPr>
                <a:t>Giới</a:t>
              </a:r>
              <a:r>
                <a:rPr lang="en-US" sz="8225" b="1" dirty="0">
                  <a:solidFill>
                    <a:srgbClr val="000000"/>
                  </a:solidFill>
                  <a:latin typeface="Faustina Bold"/>
                  <a:ea typeface="Faustina Bold"/>
                  <a:cs typeface="Faustina Bold"/>
                  <a:sym typeface="Faustina Bold"/>
                </a:rPr>
                <a:t> </a:t>
              </a:r>
              <a:r>
                <a:rPr lang="en-US" sz="8225" b="1" dirty="0" err="1">
                  <a:solidFill>
                    <a:srgbClr val="000000"/>
                  </a:solidFill>
                  <a:latin typeface="Faustina Bold"/>
                  <a:ea typeface="Faustina Bold"/>
                  <a:cs typeface="Faustina Bold"/>
                  <a:sym typeface="Faustina Bold"/>
                </a:rPr>
                <a:t>thiệu</a:t>
              </a:r>
              <a:r>
                <a:rPr lang="en-US" sz="8225" b="1" dirty="0">
                  <a:solidFill>
                    <a:srgbClr val="000000"/>
                  </a:solidFill>
                  <a:latin typeface="Faustina Bold"/>
                  <a:ea typeface="Faustina Bold"/>
                  <a:cs typeface="Faustina Bold"/>
                  <a:sym typeface="Faustina Bold"/>
                </a:rPr>
                <a:t> </a:t>
              </a:r>
              <a:r>
                <a:rPr lang="en-US" sz="8225" b="1" dirty="0" err="1">
                  <a:solidFill>
                    <a:srgbClr val="000000"/>
                  </a:solidFill>
                  <a:latin typeface="Faustina Bold"/>
                  <a:ea typeface="Faustina Bold"/>
                  <a:cs typeface="Faustina Bold"/>
                  <a:sym typeface="Faustina Bold"/>
                </a:rPr>
                <a:t>phần</a:t>
              </a:r>
              <a:r>
                <a:rPr lang="en-US" sz="8225" b="1" dirty="0">
                  <a:solidFill>
                    <a:srgbClr val="000000"/>
                  </a:solidFill>
                  <a:latin typeface="Faustina Bold"/>
                  <a:ea typeface="Faustina Bold"/>
                  <a:cs typeface="Faustina Bold"/>
                  <a:sym typeface="Faustina Bold"/>
                </a:rPr>
                <a:t> </a:t>
              </a:r>
              <a:r>
                <a:rPr lang="en-US" sz="8225" b="1" dirty="0" err="1">
                  <a:solidFill>
                    <a:srgbClr val="000000"/>
                  </a:solidFill>
                  <a:latin typeface="Faustina Bold"/>
                  <a:ea typeface="Faustina Bold"/>
                  <a:cs typeface="Faustina Bold"/>
                  <a:sym typeface="Faustina Bold"/>
                </a:rPr>
                <a:t>mềm</a:t>
              </a:r>
              <a:endParaRPr lang="en-US" sz="8225" b="1" dirty="0">
                <a:solidFill>
                  <a:srgbClr val="000000"/>
                </a:solidFill>
                <a:latin typeface="Faustina Bold"/>
                <a:ea typeface="Faustina Bold"/>
                <a:cs typeface="Faustina Bold"/>
                <a:sym typeface="Faustina Bold"/>
              </a:endParaRPr>
            </a:p>
          </p:txBody>
        </p:sp>
        <p:sp>
          <p:nvSpPr>
            <p:cNvPr id="8" name="TextBox 8"/>
            <p:cNvSpPr txBox="1"/>
            <p:nvPr/>
          </p:nvSpPr>
          <p:spPr>
            <a:xfrm>
              <a:off x="0" y="2127318"/>
              <a:ext cx="15602985" cy="97153"/>
            </a:xfrm>
            <a:prstGeom prst="rect">
              <a:avLst/>
            </a:prstGeom>
          </p:spPr>
          <p:txBody>
            <a:bodyPr lIns="0" tIns="0" rIns="0" bIns="0" rtlCol="0" anchor="t">
              <a:spAutoFit/>
            </a:bodyPr>
            <a:lstStyle/>
            <a:p>
              <a:pPr algn="l">
                <a:lnSpc>
                  <a:spcPts val="569"/>
                </a:lnSpc>
              </a:pPr>
              <a:endParaRPr/>
            </a:p>
          </p:txBody>
        </p:sp>
      </p:grpSp>
      <p:sp>
        <p:nvSpPr>
          <p:cNvPr id="9" name="TextBox 9"/>
          <p:cNvSpPr txBox="1"/>
          <p:nvPr/>
        </p:nvSpPr>
        <p:spPr>
          <a:xfrm>
            <a:off x="10835058" y="2172930"/>
            <a:ext cx="6759358" cy="4477177"/>
          </a:xfrm>
          <a:prstGeom prst="rect">
            <a:avLst/>
          </a:prstGeom>
        </p:spPr>
        <p:txBody>
          <a:bodyPr lIns="0" tIns="0" rIns="0" bIns="0" rtlCol="0" anchor="t">
            <a:spAutoFit/>
          </a:bodyPr>
          <a:lstStyle/>
          <a:p>
            <a:pPr algn="just">
              <a:lnSpc>
                <a:spcPts val="4483"/>
              </a:lnSpc>
              <a:spcBef>
                <a:spcPct val="0"/>
              </a:spcBef>
            </a:pPr>
            <a:r>
              <a:rPr lang="en-US" sz="2988" dirty="0">
                <a:solidFill>
                  <a:srgbClr val="000000"/>
                </a:solidFill>
                <a:latin typeface="Asap"/>
                <a:ea typeface="Asap"/>
                <a:cs typeface="Asap"/>
                <a:sym typeface="Asap"/>
              </a:rPr>
              <a:t>"</a:t>
            </a:r>
            <a:r>
              <a:rPr lang="en-US" sz="2988" dirty="0" err="1">
                <a:solidFill>
                  <a:srgbClr val="000000"/>
                </a:solidFill>
                <a:latin typeface="Asap"/>
                <a:ea typeface="Asap"/>
                <a:cs typeface="Asap"/>
                <a:sym typeface="Asap"/>
              </a:rPr>
              <a:t>Hệ</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chuyên</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gia</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tư</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vấn</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lựa</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chọn</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món</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ăn</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đặc</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sản</a:t>
            </a:r>
            <a:r>
              <a:rPr lang="en-US" sz="2988" dirty="0">
                <a:solidFill>
                  <a:srgbClr val="000000"/>
                </a:solidFill>
                <a:latin typeface="Asap"/>
                <a:ea typeface="Asap"/>
                <a:cs typeface="Asap"/>
                <a:sym typeface="Asap"/>
              </a:rPr>
              <a:t> ở </a:t>
            </a:r>
            <a:r>
              <a:rPr lang="en-US" sz="2988" dirty="0" err="1">
                <a:solidFill>
                  <a:srgbClr val="000000"/>
                </a:solidFill>
                <a:latin typeface="Asap"/>
                <a:ea typeface="Asap"/>
                <a:cs typeface="Asap"/>
                <a:sym typeface="Asap"/>
              </a:rPr>
              <a:t>Đồng</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bằng</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sông</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Cửu</a:t>
            </a:r>
            <a:r>
              <a:rPr lang="en-US" sz="2988" dirty="0">
                <a:solidFill>
                  <a:srgbClr val="000000"/>
                </a:solidFill>
                <a:latin typeface="Asap"/>
                <a:ea typeface="Asap"/>
                <a:cs typeface="Asap"/>
                <a:sym typeface="Asap"/>
              </a:rPr>
              <a:t> Long". </a:t>
            </a:r>
            <a:r>
              <a:rPr lang="en-US" sz="2988" dirty="0" err="1">
                <a:solidFill>
                  <a:srgbClr val="000000"/>
                </a:solidFill>
                <a:latin typeface="Asap"/>
                <a:ea typeface="Asap"/>
                <a:cs typeface="Asap"/>
                <a:sym typeface="Asap"/>
              </a:rPr>
              <a:t>Với</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thiết</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kế</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mang</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đậm</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nét</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văn</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hóa</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sông</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nước</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hệ</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thống</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cung</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cấp</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giải</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pháp</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tư</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vấn</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thông</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minh</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dựa</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trên</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các</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tiêu</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chí</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như</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tỉnh</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thành</a:t>
            </a:r>
            <a:r>
              <a:rPr lang="en-US" sz="2988" dirty="0">
                <a:solidFill>
                  <a:srgbClr val="000000"/>
                </a:solidFill>
                <a:latin typeface="Asap"/>
                <a:ea typeface="Asap"/>
                <a:cs typeface="Asap"/>
                <a:sym typeface="Asap"/>
              </a:rPr>
              <a:t> , </a:t>
            </a:r>
            <a:r>
              <a:rPr lang="en-US" sz="2988" dirty="0" err="1">
                <a:solidFill>
                  <a:srgbClr val="000000"/>
                </a:solidFill>
                <a:latin typeface="Asap"/>
                <a:ea typeface="Asap"/>
                <a:cs typeface="Asap"/>
                <a:sym typeface="Asap"/>
              </a:rPr>
              <a:t>mùa</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vụ</a:t>
            </a:r>
            <a:r>
              <a:rPr lang="en-US" sz="2988" dirty="0">
                <a:solidFill>
                  <a:srgbClr val="000000"/>
                </a:solidFill>
                <a:latin typeface="Asap"/>
                <a:ea typeface="Asap"/>
                <a:cs typeface="Asap"/>
                <a:sym typeface="Asap"/>
              </a:rPr>
              <a:t> , </a:t>
            </a:r>
            <a:r>
              <a:rPr lang="en-US" sz="2988" dirty="0" err="1">
                <a:solidFill>
                  <a:srgbClr val="000000"/>
                </a:solidFill>
                <a:latin typeface="Asap"/>
                <a:ea typeface="Asap"/>
                <a:cs typeface="Asap"/>
                <a:sym typeface="Asap"/>
              </a:rPr>
              <a:t>loại</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món</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và</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khẩu</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vị</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nhằm</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giới</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thiệu</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tinh</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hoa</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ẩm</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thực</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vùng</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miền</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đến</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người</a:t>
            </a:r>
            <a:r>
              <a:rPr lang="en-US" sz="2988" dirty="0">
                <a:solidFill>
                  <a:srgbClr val="000000"/>
                </a:solidFill>
                <a:latin typeface="Asap"/>
                <a:ea typeface="Asap"/>
                <a:cs typeface="Asap"/>
                <a:sym typeface="Asap"/>
              </a:rPr>
              <a:t> </a:t>
            </a:r>
            <a:r>
              <a:rPr lang="en-US" sz="2988" dirty="0" err="1">
                <a:solidFill>
                  <a:srgbClr val="000000"/>
                </a:solidFill>
                <a:latin typeface="Asap"/>
                <a:ea typeface="Asap"/>
                <a:cs typeface="Asap"/>
                <a:sym typeface="Asap"/>
              </a:rPr>
              <a:t>dùng</a:t>
            </a:r>
            <a:r>
              <a:rPr lang="en-US" sz="2988" dirty="0">
                <a:solidFill>
                  <a:srgbClr val="000000"/>
                </a:solidFill>
                <a:latin typeface="Asap"/>
                <a:ea typeface="Asap"/>
                <a:cs typeface="Asap"/>
                <a:sym typeface="Asap"/>
              </a:rPr>
              <a:t>.</a:t>
            </a:r>
          </a:p>
        </p:txBody>
      </p:sp>
      <p:sp>
        <p:nvSpPr>
          <p:cNvPr id="10" name="TextBox 10"/>
          <p:cNvSpPr txBox="1"/>
          <p:nvPr/>
        </p:nvSpPr>
        <p:spPr>
          <a:xfrm>
            <a:off x="5754135" y="7699311"/>
            <a:ext cx="12025254" cy="905946"/>
          </a:xfrm>
          <a:prstGeom prst="rect">
            <a:avLst/>
          </a:prstGeom>
        </p:spPr>
        <p:txBody>
          <a:bodyPr lIns="0" tIns="0" rIns="0" bIns="0" rtlCol="0" anchor="t">
            <a:spAutoFit/>
          </a:bodyPr>
          <a:lstStyle/>
          <a:p>
            <a:pPr algn="l">
              <a:lnSpc>
                <a:spcPts val="3615"/>
              </a:lnSpc>
            </a:pPr>
            <a:r>
              <a:rPr lang="en-US" sz="2582" dirty="0" err="1">
                <a:solidFill>
                  <a:srgbClr val="FFFFFF"/>
                </a:solidFill>
                <a:latin typeface="Noto Sans"/>
                <a:ea typeface="Noto Sans"/>
                <a:cs typeface="Noto Sans"/>
                <a:sym typeface="Noto Sans"/>
              </a:rPr>
              <a:t>Người</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dùng</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chọn</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nút</a:t>
            </a:r>
            <a:r>
              <a:rPr lang="en-US" sz="2582" dirty="0">
                <a:solidFill>
                  <a:srgbClr val="FFFFFF"/>
                </a:solidFill>
                <a:latin typeface="Noto Sans"/>
                <a:ea typeface="Noto Sans"/>
                <a:cs typeface="Noto Sans"/>
                <a:sym typeface="Noto Sans"/>
              </a:rPr>
              <a:t> “ </a:t>
            </a:r>
            <a:r>
              <a:rPr lang="en-US" sz="2582" dirty="0" err="1">
                <a:solidFill>
                  <a:srgbClr val="FFFFFF"/>
                </a:solidFill>
                <a:latin typeface="Noto Sans"/>
                <a:ea typeface="Noto Sans"/>
                <a:cs typeface="Noto Sans"/>
                <a:sym typeface="Noto Sans"/>
              </a:rPr>
              <a:t>Tùy</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chọn</a:t>
            </a:r>
            <a:r>
              <a:rPr lang="en-US" sz="2582" dirty="0">
                <a:solidFill>
                  <a:srgbClr val="FFFFFF"/>
                </a:solidFill>
                <a:latin typeface="Noto Sans"/>
                <a:ea typeface="Noto Sans"/>
                <a:cs typeface="Noto Sans"/>
                <a:sym typeface="Noto Sans"/>
              </a:rPr>
              <a:t> “ </a:t>
            </a:r>
            <a:r>
              <a:rPr lang="en-US" sz="2582" dirty="0" err="1">
                <a:solidFill>
                  <a:srgbClr val="FFFFFF"/>
                </a:solidFill>
                <a:latin typeface="Noto Sans"/>
                <a:ea typeface="Noto Sans"/>
                <a:cs typeface="Noto Sans"/>
                <a:sym typeface="Noto Sans"/>
              </a:rPr>
              <a:t>để</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có</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thể</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xem</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thêm</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một</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số</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thông</a:t>
            </a:r>
            <a:r>
              <a:rPr lang="en-US" sz="2582" dirty="0">
                <a:solidFill>
                  <a:srgbClr val="FFFFFF"/>
                </a:solidFill>
                <a:latin typeface="Noto Sans"/>
                <a:ea typeface="Noto Sans"/>
                <a:cs typeface="Noto Sans"/>
                <a:sym typeface="Noto Sans"/>
              </a:rPr>
              <a:t> tin </a:t>
            </a:r>
            <a:r>
              <a:rPr lang="en-US" sz="2582" dirty="0" err="1">
                <a:solidFill>
                  <a:srgbClr val="FFFFFF"/>
                </a:solidFill>
                <a:latin typeface="Noto Sans"/>
                <a:ea typeface="Noto Sans"/>
                <a:cs typeface="Noto Sans"/>
                <a:sym typeface="Noto Sans"/>
              </a:rPr>
              <a:t>về</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hướng</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dẫn</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sử</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dụng</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thông</a:t>
            </a:r>
            <a:r>
              <a:rPr lang="en-US" sz="2582" dirty="0">
                <a:solidFill>
                  <a:srgbClr val="FFFFFF"/>
                </a:solidFill>
                <a:latin typeface="Noto Sans"/>
                <a:ea typeface="Noto Sans"/>
                <a:cs typeface="Noto Sans"/>
                <a:sym typeface="Noto Sans"/>
              </a:rPr>
              <a:t> tin </a:t>
            </a:r>
            <a:r>
              <a:rPr lang="en-US" sz="2582" dirty="0" err="1">
                <a:solidFill>
                  <a:srgbClr val="FFFFFF"/>
                </a:solidFill>
                <a:latin typeface="Noto Sans"/>
                <a:ea typeface="Noto Sans"/>
                <a:cs typeface="Noto Sans"/>
                <a:sym typeface="Noto Sans"/>
              </a:rPr>
              <a:t>liên</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hệ</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điều</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khoản</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và</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thóa</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ứng</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dụng</a:t>
            </a:r>
            <a:r>
              <a:rPr lang="en-US" sz="2582" dirty="0">
                <a:solidFill>
                  <a:srgbClr val="FFFFFF"/>
                </a:solidFill>
                <a:latin typeface="Noto Sans"/>
                <a:ea typeface="Noto Sans"/>
                <a:cs typeface="Noto Sans"/>
                <a:sym typeface="Noto Sans"/>
              </a:rPr>
              <a:t>.</a:t>
            </a:r>
          </a:p>
        </p:txBody>
      </p:sp>
      <p:sp>
        <p:nvSpPr>
          <p:cNvPr id="11" name="TextBox 11"/>
          <p:cNvSpPr txBox="1"/>
          <p:nvPr/>
        </p:nvSpPr>
        <p:spPr>
          <a:xfrm>
            <a:off x="5754135" y="9001595"/>
            <a:ext cx="12025254" cy="905946"/>
          </a:xfrm>
          <a:prstGeom prst="rect">
            <a:avLst/>
          </a:prstGeom>
        </p:spPr>
        <p:txBody>
          <a:bodyPr lIns="0" tIns="0" rIns="0" bIns="0" rtlCol="0" anchor="t">
            <a:spAutoFit/>
          </a:bodyPr>
          <a:lstStyle/>
          <a:p>
            <a:pPr algn="l">
              <a:lnSpc>
                <a:spcPts val="3615"/>
              </a:lnSpc>
            </a:pPr>
            <a:r>
              <a:rPr lang="en-US" sz="2582" dirty="0" err="1">
                <a:solidFill>
                  <a:srgbClr val="FFFFFF"/>
                </a:solidFill>
                <a:latin typeface="Noto Sans"/>
                <a:ea typeface="Noto Sans"/>
                <a:cs typeface="Noto Sans"/>
                <a:sym typeface="Noto Sans"/>
              </a:rPr>
              <a:t>Người</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dùng</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chọn</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nút</a:t>
            </a:r>
            <a:r>
              <a:rPr lang="en-US" sz="2582" dirty="0">
                <a:solidFill>
                  <a:srgbClr val="FFFFFF"/>
                </a:solidFill>
                <a:latin typeface="Noto Sans"/>
                <a:ea typeface="Noto Sans"/>
                <a:cs typeface="Noto Sans"/>
                <a:sym typeface="Noto Sans"/>
              </a:rPr>
              <a:t> “ </a:t>
            </a:r>
            <a:r>
              <a:rPr lang="en-US" sz="2582" dirty="0" err="1">
                <a:solidFill>
                  <a:srgbClr val="FFFFFF"/>
                </a:solidFill>
                <a:latin typeface="Noto Sans"/>
                <a:ea typeface="Noto Sans"/>
                <a:cs typeface="Noto Sans"/>
                <a:sym typeface="Noto Sans"/>
              </a:rPr>
              <a:t>Bắt</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đầu</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tư</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vấn</a:t>
            </a:r>
            <a:r>
              <a:rPr lang="en-US" sz="2582" dirty="0">
                <a:solidFill>
                  <a:srgbClr val="FFFFFF"/>
                </a:solidFill>
                <a:latin typeface="Noto Sans"/>
                <a:ea typeface="Noto Sans"/>
                <a:cs typeface="Noto Sans"/>
                <a:sym typeface="Noto Sans"/>
              </a:rPr>
              <a:t> “ </a:t>
            </a:r>
            <a:r>
              <a:rPr lang="en-US" sz="2582" dirty="0" err="1">
                <a:solidFill>
                  <a:srgbClr val="FFFFFF"/>
                </a:solidFill>
                <a:latin typeface="Noto Sans"/>
                <a:ea typeface="Noto Sans"/>
                <a:cs typeface="Noto Sans"/>
                <a:sym typeface="Noto Sans"/>
              </a:rPr>
              <a:t>để</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đi</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đến</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giao</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diện</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chính</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của</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hệ</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chuyên</a:t>
            </a:r>
            <a:r>
              <a:rPr lang="en-US" sz="2582" dirty="0">
                <a:solidFill>
                  <a:srgbClr val="FFFFFF"/>
                </a:solidFill>
                <a:latin typeface="Noto Sans"/>
                <a:ea typeface="Noto Sans"/>
                <a:cs typeface="Noto Sans"/>
                <a:sym typeface="Noto Sans"/>
              </a:rPr>
              <a:t> </a:t>
            </a:r>
            <a:r>
              <a:rPr lang="en-US" sz="2582" dirty="0" err="1">
                <a:solidFill>
                  <a:srgbClr val="FFFFFF"/>
                </a:solidFill>
                <a:latin typeface="Noto Sans"/>
                <a:ea typeface="Noto Sans"/>
                <a:cs typeface="Noto Sans"/>
                <a:sym typeface="Noto Sans"/>
              </a:rPr>
              <a:t>gia</a:t>
            </a:r>
            <a:r>
              <a:rPr lang="en-US" sz="2582" dirty="0">
                <a:solidFill>
                  <a:srgbClr val="FFFFFF"/>
                </a:solidFill>
                <a:latin typeface="Noto Sans"/>
                <a:ea typeface="Noto Sans"/>
                <a:cs typeface="Noto Sans"/>
                <a:sym typeface="Noto San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1+#ppt_w/2"/>
                                          </p:val>
                                        </p:tav>
                                        <p:tav tm="100000">
                                          <p:val>
                                            <p:strVal val="#ppt_x"/>
                                          </p:val>
                                        </p:tav>
                                      </p:tavLst>
                                    </p:anim>
                                    <p:anim calcmode="lin" valueType="num">
                                      <p:cBhvr additive="base">
                                        <p:cTn id="8" dur="75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750"/>
                            </p:stCondLst>
                            <p:childTnLst>
                              <p:par>
                                <p:cTn id="10" presetID="42" presetClass="entr"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par>
                          <p:cTn id="15" fill="hold">
                            <p:stCondLst>
                              <p:cond delay="1750"/>
                            </p:stCondLst>
                            <p:childTnLst>
                              <p:par>
                                <p:cTn id="16" presetID="42"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anim calcmode="lin" valueType="num">
                                      <p:cBhvr>
                                        <p:cTn id="19" dur="1000" fill="hold"/>
                                        <p:tgtEl>
                                          <p:spTgt spid="5"/>
                                        </p:tgtEl>
                                        <p:attrNameLst>
                                          <p:attrName>ppt_x</p:attrName>
                                        </p:attrNameLst>
                                      </p:cBhvr>
                                      <p:tavLst>
                                        <p:tav tm="0">
                                          <p:val>
                                            <p:strVal val="#ppt_x"/>
                                          </p:val>
                                        </p:tav>
                                        <p:tav tm="100000">
                                          <p:val>
                                            <p:strVal val="#ppt_x"/>
                                          </p:val>
                                        </p:tav>
                                      </p:tavLst>
                                    </p:anim>
                                    <p:anim calcmode="lin" valueType="num">
                                      <p:cBhvr>
                                        <p:cTn id="20" dur="1000" fill="hold"/>
                                        <p:tgtEl>
                                          <p:spTgt spid="5"/>
                                        </p:tgtEl>
                                        <p:attrNameLst>
                                          <p:attrName>ppt_y</p:attrName>
                                        </p:attrNameLst>
                                      </p:cBhvr>
                                      <p:tavLst>
                                        <p:tav tm="0">
                                          <p:val>
                                            <p:strVal val="#ppt_y+.1"/>
                                          </p:val>
                                        </p:tav>
                                        <p:tav tm="100000">
                                          <p:val>
                                            <p:strVal val="#ppt_y"/>
                                          </p:val>
                                        </p:tav>
                                      </p:tavLst>
                                    </p:anim>
                                  </p:childTnLst>
                                </p:cTn>
                              </p:par>
                            </p:childTnLst>
                          </p:cTn>
                        </p:par>
                        <p:par>
                          <p:cTn id="21" fill="hold">
                            <p:stCondLst>
                              <p:cond delay="2750"/>
                            </p:stCondLst>
                            <p:childTnLst>
                              <p:par>
                                <p:cTn id="22" presetID="42" presetClass="entr" presetSubtype="0" fill="hold" nodeType="afterEffect">
                                  <p:stCondLst>
                                    <p:cond delay="0"/>
                                  </p:stCondLst>
                                  <p:childTnLst>
                                    <p:set>
                                      <p:cBhvr>
                                        <p:cTn id="23" dur="1" fill="hold">
                                          <p:stCondLst>
                                            <p:cond delay="0"/>
                                          </p:stCondLst>
                                        </p:cTn>
                                        <p:tgtEl>
                                          <p:spTgt spid="10">
                                            <p:txEl>
                                              <p:pRg st="0" end="0"/>
                                            </p:txEl>
                                          </p:spTgt>
                                        </p:tgtEl>
                                        <p:attrNameLst>
                                          <p:attrName>style.visibility</p:attrName>
                                        </p:attrNameLst>
                                      </p:cBhvr>
                                      <p:to>
                                        <p:strVal val="visible"/>
                                      </p:to>
                                    </p:set>
                                    <p:animEffect transition="in" filter="fade">
                                      <p:cBhvr>
                                        <p:cTn id="24" dur="1000"/>
                                        <p:tgtEl>
                                          <p:spTgt spid="10">
                                            <p:txEl>
                                              <p:pRg st="0" end="0"/>
                                            </p:txEl>
                                          </p:spTgt>
                                        </p:tgtEl>
                                      </p:cBhvr>
                                    </p:animEffect>
                                    <p:anim calcmode="lin" valueType="num">
                                      <p:cBhvr>
                                        <p:cTn id="25"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6"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par>
                          <p:cTn id="27" fill="hold">
                            <p:stCondLst>
                              <p:cond delay="3750"/>
                            </p:stCondLst>
                            <p:childTnLst>
                              <p:par>
                                <p:cTn id="28" presetID="42" presetClass="entr" presetSubtype="0" fill="hold" grpId="0" nodeType="after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1000"/>
                                        <p:tgtEl>
                                          <p:spTgt spid="3"/>
                                        </p:tgtEl>
                                      </p:cBhvr>
                                    </p:animEffect>
                                    <p:anim calcmode="lin" valueType="num">
                                      <p:cBhvr>
                                        <p:cTn id="31" dur="1000" fill="hold"/>
                                        <p:tgtEl>
                                          <p:spTgt spid="3"/>
                                        </p:tgtEl>
                                        <p:attrNameLst>
                                          <p:attrName>ppt_x</p:attrName>
                                        </p:attrNameLst>
                                      </p:cBhvr>
                                      <p:tavLst>
                                        <p:tav tm="0">
                                          <p:val>
                                            <p:strVal val="#ppt_x"/>
                                          </p:val>
                                        </p:tav>
                                        <p:tav tm="100000">
                                          <p:val>
                                            <p:strVal val="#ppt_x"/>
                                          </p:val>
                                        </p:tav>
                                      </p:tavLst>
                                    </p:anim>
                                    <p:anim calcmode="lin" valueType="num">
                                      <p:cBhvr>
                                        <p:cTn id="32" dur="1000" fill="hold"/>
                                        <p:tgtEl>
                                          <p:spTgt spid="3"/>
                                        </p:tgtEl>
                                        <p:attrNameLst>
                                          <p:attrName>ppt_y</p:attrName>
                                        </p:attrNameLst>
                                      </p:cBhvr>
                                      <p:tavLst>
                                        <p:tav tm="0">
                                          <p:val>
                                            <p:strVal val="#ppt_y+.1"/>
                                          </p:val>
                                        </p:tav>
                                        <p:tav tm="100000">
                                          <p:val>
                                            <p:strVal val="#ppt_y"/>
                                          </p:val>
                                        </p:tav>
                                      </p:tavLst>
                                    </p:anim>
                                  </p:childTnLst>
                                </p:cTn>
                              </p:par>
                            </p:childTnLst>
                          </p:cTn>
                        </p:par>
                        <p:par>
                          <p:cTn id="33" fill="hold">
                            <p:stCondLst>
                              <p:cond delay="4750"/>
                            </p:stCondLst>
                            <p:childTnLst>
                              <p:par>
                                <p:cTn id="34" presetID="42" presetClass="entr" presetSubtype="0" fill="hold" nodeType="afterEffect">
                                  <p:stCondLst>
                                    <p:cond delay="0"/>
                                  </p:stCondLst>
                                  <p:childTnLst>
                                    <p:set>
                                      <p:cBhvr>
                                        <p:cTn id="35" dur="1" fill="hold">
                                          <p:stCondLst>
                                            <p:cond delay="0"/>
                                          </p:stCondLst>
                                        </p:cTn>
                                        <p:tgtEl>
                                          <p:spTgt spid="11">
                                            <p:txEl>
                                              <p:pRg st="0" end="0"/>
                                            </p:txEl>
                                          </p:spTgt>
                                        </p:tgtEl>
                                        <p:attrNameLst>
                                          <p:attrName>style.visibility</p:attrName>
                                        </p:attrNameLst>
                                      </p:cBhvr>
                                      <p:to>
                                        <p:strVal val="visible"/>
                                      </p:to>
                                    </p:set>
                                    <p:animEffect transition="in" filter="fade">
                                      <p:cBhvr>
                                        <p:cTn id="36" dur="1000"/>
                                        <p:tgtEl>
                                          <p:spTgt spid="11">
                                            <p:txEl>
                                              <p:pRg st="0" end="0"/>
                                            </p:txEl>
                                          </p:spTgt>
                                        </p:tgtEl>
                                      </p:cBhvr>
                                    </p:animEffect>
                                    <p:anim calcmode="lin" valueType="num">
                                      <p:cBhvr>
                                        <p:cTn id="37"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38"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0" y="-3314700"/>
            <a:ext cx="18288000" cy="5192097"/>
          </a:xfrm>
          <a:prstGeom prst="rect">
            <a:avLst/>
          </a:prstGeom>
          <a:solidFill>
            <a:srgbClr val="448C40"/>
          </a:solidFill>
        </p:spPr>
        <p:txBody>
          <a:bodyPr/>
          <a:lstStyle/>
          <a:p>
            <a:endParaRPr lang="en-US"/>
          </a:p>
        </p:txBody>
      </p:sp>
      <p:sp>
        <p:nvSpPr>
          <p:cNvPr id="3" name="Freeform 3"/>
          <p:cNvSpPr/>
          <p:nvPr/>
        </p:nvSpPr>
        <p:spPr>
          <a:xfrm>
            <a:off x="0" y="3043730"/>
            <a:ext cx="12281494" cy="6503750"/>
          </a:xfrm>
          <a:custGeom>
            <a:avLst/>
            <a:gdLst/>
            <a:ahLst/>
            <a:cxnLst/>
            <a:rect l="l" t="t" r="r" b="b"/>
            <a:pathLst>
              <a:path w="12281494" h="6503750">
                <a:moveTo>
                  <a:pt x="0" y="0"/>
                </a:moveTo>
                <a:lnTo>
                  <a:pt x="12281494" y="0"/>
                </a:lnTo>
                <a:lnTo>
                  <a:pt x="12281494" y="6503750"/>
                </a:lnTo>
                <a:lnTo>
                  <a:pt x="0" y="6503750"/>
                </a:lnTo>
                <a:lnTo>
                  <a:pt x="0" y="0"/>
                </a:lnTo>
                <a:close/>
              </a:path>
            </a:pathLst>
          </a:custGeom>
          <a:blipFill>
            <a:blip r:embed="rId2"/>
            <a:stretch>
              <a:fillRect l="-1223" t="-660" r="-1781"/>
            </a:stretch>
          </a:blipFill>
        </p:spPr>
        <p:txBody>
          <a:bodyPr/>
          <a:lstStyle/>
          <a:p>
            <a:endParaRPr lang="en-US"/>
          </a:p>
        </p:txBody>
      </p:sp>
      <p:sp>
        <p:nvSpPr>
          <p:cNvPr id="4" name="TextBox 4"/>
          <p:cNvSpPr txBox="1"/>
          <p:nvPr/>
        </p:nvSpPr>
        <p:spPr>
          <a:xfrm>
            <a:off x="1050049" y="1297007"/>
            <a:ext cx="12234788" cy="580390"/>
          </a:xfrm>
          <a:prstGeom prst="rect">
            <a:avLst/>
          </a:prstGeom>
        </p:spPr>
        <p:txBody>
          <a:bodyPr lIns="0" tIns="0" rIns="0" bIns="0" rtlCol="0" anchor="t">
            <a:spAutoFit/>
          </a:bodyPr>
          <a:lstStyle/>
          <a:p>
            <a:pPr algn="ctr">
              <a:lnSpc>
                <a:spcPts val="4759"/>
              </a:lnSpc>
            </a:pPr>
            <a:r>
              <a:rPr lang="en-US" sz="3399" dirty="0">
                <a:solidFill>
                  <a:srgbClr val="FFFFFF"/>
                </a:solidFill>
                <a:latin typeface="Noto Sans"/>
                <a:ea typeface="Noto Sans"/>
                <a:cs typeface="Noto Sans"/>
                <a:sym typeface="Noto Sans"/>
              </a:rPr>
              <a:t>Khi </a:t>
            </a:r>
            <a:r>
              <a:rPr lang="en-US" sz="3399" dirty="0" err="1">
                <a:solidFill>
                  <a:srgbClr val="FFFFFF"/>
                </a:solidFill>
                <a:latin typeface="Noto Sans"/>
                <a:ea typeface="Noto Sans"/>
                <a:cs typeface="Noto Sans"/>
                <a:sym typeface="Noto Sans"/>
              </a:rPr>
              <a:t>nhấn</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vào</a:t>
            </a:r>
            <a:r>
              <a:rPr lang="en-US" sz="3399" dirty="0">
                <a:solidFill>
                  <a:srgbClr val="FFFFFF"/>
                </a:solidFill>
                <a:latin typeface="Noto Sans"/>
                <a:ea typeface="Noto Sans"/>
                <a:cs typeface="Noto Sans"/>
                <a:sym typeface="Noto Sans"/>
              </a:rPr>
              <a:t> “ BẮT ĐẦU TƯ VẤN ” </a:t>
            </a:r>
            <a:r>
              <a:rPr lang="en-US" sz="3399" dirty="0" err="1">
                <a:solidFill>
                  <a:srgbClr val="FFFFFF"/>
                </a:solidFill>
                <a:latin typeface="Noto Sans"/>
                <a:ea typeface="Noto Sans"/>
                <a:cs typeface="Noto Sans"/>
                <a:sym typeface="Noto Sans"/>
              </a:rPr>
              <a:t>sẽ</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xuất</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hiện</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giao</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diện</a:t>
            </a:r>
            <a:endParaRPr lang="en-US" sz="3399" dirty="0">
              <a:solidFill>
                <a:srgbClr val="FFFFFF"/>
              </a:solidFill>
              <a:latin typeface="Noto Sans"/>
              <a:ea typeface="Noto Sans"/>
              <a:cs typeface="Noto Sans"/>
              <a:sym typeface="Noto Sans"/>
            </a:endParaRPr>
          </a:p>
        </p:txBody>
      </p:sp>
      <p:sp>
        <p:nvSpPr>
          <p:cNvPr id="5" name="TextBox 5"/>
          <p:cNvSpPr txBox="1"/>
          <p:nvPr/>
        </p:nvSpPr>
        <p:spPr>
          <a:xfrm>
            <a:off x="1028700" y="123985"/>
            <a:ext cx="15357748" cy="1123950"/>
          </a:xfrm>
          <a:prstGeom prst="rect">
            <a:avLst/>
          </a:prstGeom>
        </p:spPr>
        <p:txBody>
          <a:bodyPr lIns="0" tIns="0" rIns="0" bIns="0" rtlCol="0" anchor="t">
            <a:spAutoFit/>
          </a:bodyPr>
          <a:lstStyle/>
          <a:p>
            <a:pPr algn="ctr">
              <a:lnSpc>
                <a:spcPts val="8999"/>
              </a:lnSpc>
            </a:pPr>
            <a:r>
              <a:rPr lang="en-US" sz="7499">
                <a:solidFill>
                  <a:srgbClr val="000000"/>
                </a:solidFill>
                <a:latin typeface="Faustina"/>
                <a:ea typeface="Faustina"/>
                <a:cs typeface="Faustina"/>
                <a:sym typeface="Faustina"/>
              </a:rPr>
              <a:t>Giao diện chính của hệ chuyên gia</a:t>
            </a:r>
          </a:p>
        </p:txBody>
      </p:sp>
      <p:sp>
        <p:nvSpPr>
          <p:cNvPr id="6" name="AutoShape 6"/>
          <p:cNvSpPr/>
          <p:nvPr/>
        </p:nvSpPr>
        <p:spPr>
          <a:xfrm>
            <a:off x="0" y="-3162300"/>
            <a:ext cx="18440400" cy="5192097"/>
          </a:xfrm>
          <a:prstGeom prst="rect">
            <a:avLst/>
          </a:prstGeom>
          <a:gradFill rotWithShape="1">
            <a:gsLst>
              <a:gs pos="0">
                <a:srgbClr val="CDFFD8">
                  <a:alpha val="100000"/>
                </a:srgbClr>
              </a:gs>
              <a:gs pos="100000">
                <a:srgbClr val="94B9FF">
                  <a:alpha val="100000"/>
                </a:srgbClr>
              </a:gs>
            </a:gsLst>
            <a:lin ang="0"/>
          </a:gradFill>
        </p:spPr>
        <p:txBody>
          <a:bodyPr/>
          <a:lstStyle/>
          <a:p>
            <a:endParaRPr lang="en-US"/>
          </a:p>
        </p:txBody>
      </p:sp>
      <p:sp>
        <p:nvSpPr>
          <p:cNvPr id="7" name="TextBox 7"/>
          <p:cNvSpPr txBox="1"/>
          <p:nvPr/>
        </p:nvSpPr>
        <p:spPr>
          <a:xfrm>
            <a:off x="1264734" y="153372"/>
            <a:ext cx="15357748" cy="1514475"/>
          </a:xfrm>
          <a:prstGeom prst="rect">
            <a:avLst/>
          </a:prstGeom>
        </p:spPr>
        <p:txBody>
          <a:bodyPr lIns="0" tIns="0" rIns="0" bIns="0" rtlCol="0" anchor="t">
            <a:spAutoFit/>
          </a:bodyPr>
          <a:lstStyle/>
          <a:p>
            <a:pPr algn="ctr">
              <a:lnSpc>
                <a:spcPts val="11999"/>
              </a:lnSpc>
            </a:pPr>
            <a:r>
              <a:rPr lang="en-US" sz="9999" dirty="0">
                <a:solidFill>
                  <a:srgbClr val="000000"/>
                </a:solidFill>
                <a:latin typeface="Lobster"/>
                <a:ea typeface="Lobster"/>
                <a:cs typeface="Lobster"/>
                <a:sym typeface="Lobster"/>
              </a:rPr>
              <a:t>Giao </a:t>
            </a:r>
            <a:r>
              <a:rPr lang="en-US" sz="9999" dirty="0" err="1">
                <a:solidFill>
                  <a:srgbClr val="000000"/>
                </a:solidFill>
                <a:latin typeface="Lobster"/>
                <a:ea typeface="Lobster"/>
                <a:cs typeface="Lobster"/>
                <a:sym typeface="Lobster"/>
              </a:rPr>
              <a:t>diện</a:t>
            </a:r>
            <a:r>
              <a:rPr lang="en-US" sz="9999" dirty="0">
                <a:solidFill>
                  <a:srgbClr val="000000"/>
                </a:solidFill>
                <a:latin typeface="Lobster"/>
                <a:ea typeface="Lobster"/>
                <a:cs typeface="Lobster"/>
                <a:sym typeface="Lobster"/>
              </a:rPr>
              <a:t> </a:t>
            </a:r>
            <a:r>
              <a:rPr lang="en-US" sz="9999" dirty="0" err="1">
                <a:solidFill>
                  <a:srgbClr val="000000"/>
                </a:solidFill>
                <a:latin typeface="Lobster"/>
                <a:ea typeface="Lobster"/>
                <a:cs typeface="Lobster"/>
                <a:sym typeface="Lobster"/>
              </a:rPr>
              <a:t>hệ</a:t>
            </a:r>
            <a:r>
              <a:rPr lang="en-US" sz="9999" dirty="0">
                <a:solidFill>
                  <a:srgbClr val="000000"/>
                </a:solidFill>
                <a:latin typeface="Lobster"/>
                <a:ea typeface="Lobster"/>
                <a:cs typeface="Lobster"/>
                <a:sym typeface="Lobster"/>
              </a:rPr>
              <a:t> </a:t>
            </a:r>
            <a:r>
              <a:rPr lang="en-US" sz="9999" dirty="0" err="1">
                <a:solidFill>
                  <a:srgbClr val="000000"/>
                </a:solidFill>
                <a:latin typeface="Lobster"/>
                <a:ea typeface="Lobster"/>
                <a:cs typeface="Lobster"/>
                <a:sym typeface="Lobster"/>
              </a:rPr>
              <a:t>chuyên</a:t>
            </a:r>
            <a:r>
              <a:rPr lang="en-US" sz="9999" dirty="0">
                <a:solidFill>
                  <a:srgbClr val="000000"/>
                </a:solidFill>
                <a:latin typeface="Lobster"/>
                <a:ea typeface="Lobster"/>
                <a:cs typeface="Lobster"/>
                <a:sym typeface="Lobster"/>
              </a:rPr>
              <a:t> </a:t>
            </a:r>
            <a:r>
              <a:rPr lang="en-US" sz="9999" dirty="0" err="1">
                <a:solidFill>
                  <a:srgbClr val="000000"/>
                </a:solidFill>
                <a:latin typeface="Lobster"/>
                <a:ea typeface="Lobster"/>
                <a:cs typeface="Lobster"/>
                <a:sym typeface="Lobster"/>
              </a:rPr>
              <a:t>gia</a:t>
            </a:r>
            <a:endParaRPr lang="en-US" sz="9999" dirty="0">
              <a:solidFill>
                <a:srgbClr val="000000"/>
              </a:solidFill>
              <a:latin typeface="Lobster"/>
              <a:ea typeface="Lobster"/>
              <a:cs typeface="Lobster"/>
              <a:sym typeface="Lobster"/>
            </a:endParaRPr>
          </a:p>
        </p:txBody>
      </p:sp>
      <p:sp>
        <p:nvSpPr>
          <p:cNvPr id="8" name="Freeform 8"/>
          <p:cNvSpPr/>
          <p:nvPr/>
        </p:nvSpPr>
        <p:spPr>
          <a:xfrm>
            <a:off x="12498082" y="2228781"/>
            <a:ext cx="5561061" cy="3751188"/>
          </a:xfrm>
          <a:custGeom>
            <a:avLst/>
            <a:gdLst/>
            <a:ahLst/>
            <a:cxnLst/>
            <a:rect l="l" t="t" r="r" b="b"/>
            <a:pathLst>
              <a:path w="5561061" h="3751188">
                <a:moveTo>
                  <a:pt x="0" y="0"/>
                </a:moveTo>
                <a:lnTo>
                  <a:pt x="5561061" y="0"/>
                </a:lnTo>
                <a:lnTo>
                  <a:pt x="5561061" y="3751188"/>
                </a:lnTo>
                <a:lnTo>
                  <a:pt x="0" y="3751188"/>
                </a:lnTo>
                <a:lnTo>
                  <a:pt x="0" y="0"/>
                </a:lnTo>
                <a:close/>
              </a:path>
            </a:pathLst>
          </a:custGeom>
          <a:blipFill>
            <a:blip r:embed="rId3">
              <a:alphaModFix amt="90000"/>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9" name="TextBox 9"/>
          <p:cNvSpPr txBox="1"/>
          <p:nvPr/>
        </p:nvSpPr>
        <p:spPr>
          <a:xfrm>
            <a:off x="13418425" y="2257356"/>
            <a:ext cx="4640718" cy="537845"/>
          </a:xfrm>
          <a:prstGeom prst="rect">
            <a:avLst/>
          </a:prstGeom>
        </p:spPr>
        <p:txBody>
          <a:bodyPr wrap="square" lIns="0" tIns="0" rIns="0" bIns="0" rtlCol="0" anchor="t">
            <a:spAutoFit/>
          </a:bodyPr>
          <a:lstStyle/>
          <a:p>
            <a:pPr algn="ctr">
              <a:lnSpc>
                <a:spcPts val="4480"/>
              </a:lnSpc>
            </a:pPr>
            <a:r>
              <a:rPr lang="en-US" sz="3200" b="1" dirty="0">
                <a:solidFill>
                  <a:srgbClr val="000000"/>
                </a:solidFill>
                <a:latin typeface="Noto Sans Bold"/>
                <a:ea typeface="Noto Sans Bold"/>
                <a:cs typeface="Noto Sans Bold"/>
                <a:sym typeface="Noto Sans Bold"/>
              </a:rPr>
              <a:t>Giao </a:t>
            </a:r>
            <a:r>
              <a:rPr lang="en-US" sz="3200" b="1" dirty="0" err="1">
                <a:solidFill>
                  <a:srgbClr val="000000"/>
                </a:solidFill>
                <a:latin typeface="Noto Sans Bold"/>
                <a:ea typeface="Noto Sans Bold"/>
                <a:cs typeface="Noto Sans Bold"/>
                <a:sym typeface="Noto Sans Bold"/>
              </a:rPr>
              <a:t>diện</a:t>
            </a:r>
            <a:r>
              <a:rPr lang="en-US" sz="3200" b="1" dirty="0">
                <a:solidFill>
                  <a:srgbClr val="000000"/>
                </a:solidFill>
                <a:latin typeface="Noto Sans Bold"/>
                <a:ea typeface="Noto Sans Bold"/>
                <a:cs typeface="Noto Sans Bold"/>
                <a:sym typeface="Noto Sans Bold"/>
              </a:rPr>
              <a:t> </a:t>
            </a:r>
            <a:r>
              <a:rPr lang="en-US" sz="3200" b="1" dirty="0" err="1">
                <a:solidFill>
                  <a:srgbClr val="000000"/>
                </a:solidFill>
                <a:latin typeface="Noto Sans Bold"/>
                <a:ea typeface="Noto Sans Bold"/>
                <a:cs typeface="Noto Sans Bold"/>
                <a:sym typeface="Noto Sans Bold"/>
              </a:rPr>
              <a:t>chính</a:t>
            </a:r>
            <a:r>
              <a:rPr lang="en-US" sz="3200" b="1" dirty="0">
                <a:solidFill>
                  <a:srgbClr val="000000"/>
                </a:solidFill>
                <a:latin typeface="Noto Sans Bold"/>
                <a:ea typeface="Noto Sans Bold"/>
                <a:cs typeface="Noto Sans Bold"/>
                <a:sym typeface="Noto Sans Bold"/>
              </a:rPr>
              <a:t> </a:t>
            </a:r>
            <a:r>
              <a:rPr lang="en-US" sz="3200" b="1" dirty="0" err="1">
                <a:solidFill>
                  <a:srgbClr val="000000"/>
                </a:solidFill>
                <a:latin typeface="Noto Sans Bold"/>
                <a:ea typeface="Noto Sans Bold"/>
                <a:cs typeface="Noto Sans Bold"/>
                <a:sym typeface="Noto Sans Bold"/>
              </a:rPr>
              <a:t>gồm</a:t>
            </a:r>
            <a:r>
              <a:rPr lang="en-US" sz="3200" b="1" dirty="0">
                <a:solidFill>
                  <a:srgbClr val="000000"/>
                </a:solidFill>
                <a:latin typeface="Noto Sans Bold"/>
                <a:ea typeface="Noto Sans Bold"/>
                <a:cs typeface="Noto Sans Bold"/>
                <a:sym typeface="Noto Sans Bold"/>
              </a:rPr>
              <a:t>:</a:t>
            </a:r>
          </a:p>
        </p:txBody>
      </p:sp>
      <p:sp>
        <p:nvSpPr>
          <p:cNvPr id="10" name="TextBox 10"/>
          <p:cNvSpPr txBox="1"/>
          <p:nvPr/>
        </p:nvSpPr>
        <p:spPr>
          <a:xfrm>
            <a:off x="13081929" y="2906968"/>
            <a:ext cx="5358471" cy="2957830"/>
          </a:xfrm>
          <a:prstGeom prst="rect">
            <a:avLst/>
          </a:prstGeom>
        </p:spPr>
        <p:txBody>
          <a:bodyPr lIns="0" tIns="0" rIns="0" bIns="0" rtlCol="0" anchor="t">
            <a:spAutoFit/>
          </a:bodyPr>
          <a:lstStyle/>
          <a:p>
            <a:pPr algn="l">
              <a:lnSpc>
                <a:spcPts val="3920"/>
              </a:lnSpc>
            </a:pPr>
            <a:r>
              <a:rPr lang="en-US" sz="2800" dirty="0">
                <a:solidFill>
                  <a:srgbClr val="000000"/>
                </a:solidFill>
                <a:latin typeface="Noto Sans"/>
                <a:ea typeface="Noto Sans"/>
                <a:cs typeface="Noto Sans"/>
                <a:sym typeface="Noto Sans"/>
              </a:rPr>
              <a:t>+ </a:t>
            </a:r>
            <a:r>
              <a:rPr lang="en-US" sz="2800" dirty="0" err="1">
                <a:solidFill>
                  <a:srgbClr val="000000"/>
                </a:solidFill>
                <a:latin typeface="Noto Sans"/>
                <a:ea typeface="Noto Sans"/>
                <a:cs typeface="Noto Sans"/>
                <a:sym typeface="Noto Sans"/>
              </a:rPr>
              <a:t>Bước</a:t>
            </a:r>
            <a:r>
              <a:rPr lang="en-US" sz="2800" dirty="0">
                <a:solidFill>
                  <a:srgbClr val="000000"/>
                </a:solidFill>
                <a:latin typeface="Noto Sans"/>
                <a:ea typeface="Noto Sans"/>
                <a:cs typeface="Noto Sans"/>
                <a:sym typeface="Noto Sans"/>
              </a:rPr>
              <a:t> 1: </a:t>
            </a:r>
            <a:r>
              <a:rPr lang="en-US" sz="2800" dirty="0" err="1">
                <a:solidFill>
                  <a:srgbClr val="000000"/>
                </a:solidFill>
                <a:latin typeface="Noto Sans"/>
                <a:ea typeface="Noto Sans"/>
                <a:cs typeface="Noto Sans"/>
                <a:sym typeface="Noto Sans"/>
              </a:rPr>
              <a:t>Chọn</a:t>
            </a:r>
            <a:r>
              <a:rPr lang="en-US" sz="2800" dirty="0">
                <a:solidFill>
                  <a:srgbClr val="000000"/>
                </a:solidFill>
                <a:latin typeface="Noto Sans"/>
                <a:ea typeface="Noto Sans"/>
                <a:cs typeface="Noto Sans"/>
                <a:sym typeface="Noto Sans"/>
              </a:rPr>
              <a:t> </a:t>
            </a:r>
            <a:r>
              <a:rPr lang="en-US" sz="2800" dirty="0" err="1">
                <a:solidFill>
                  <a:srgbClr val="000000"/>
                </a:solidFill>
                <a:latin typeface="Noto Sans"/>
                <a:ea typeface="Noto Sans"/>
                <a:cs typeface="Noto Sans"/>
                <a:sym typeface="Noto Sans"/>
              </a:rPr>
              <a:t>tỉnh</a:t>
            </a:r>
            <a:r>
              <a:rPr lang="en-US" sz="2800" dirty="0">
                <a:solidFill>
                  <a:srgbClr val="000000"/>
                </a:solidFill>
                <a:latin typeface="Noto Sans"/>
                <a:ea typeface="Noto Sans"/>
                <a:cs typeface="Noto Sans"/>
                <a:sym typeface="Noto Sans"/>
              </a:rPr>
              <a:t> </a:t>
            </a:r>
            <a:r>
              <a:rPr lang="en-US" sz="2800" dirty="0" err="1">
                <a:solidFill>
                  <a:srgbClr val="000000"/>
                </a:solidFill>
                <a:latin typeface="Noto Sans"/>
                <a:ea typeface="Noto Sans"/>
                <a:cs typeface="Noto Sans"/>
                <a:sym typeface="Noto Sans"/>
              </a:rPr>
              <a:t>thành</a:t>
            </a:r>
            <a:r>
              <a:rPr lang="en-US" sz="2800" dirty="0">
                <a:solidFill>
                  <a:srgbClr val="000000"/>
                </a:solidFill>
                <a:latin typeface="Noto Sans"/>
                <a:ea typeface="Noto Sans"/>
                <a:cs typeface="Noto Sans"/>
                <a:sym typeface="Noto Sans"/>
              </a:rPr>
              <a:t>.</a:t>
            </a:r>
          </a:p>
          <a:p>
            <a:pPr algn="l">
              <a:lnSpc>
                <a:spcPts val="3920"/>
              </a:lnSpc>
            </a:pPr>
            <a:r>
              <a:rPr lang="en-US" sz="2800" dirty="0">
                <a:solidFill>
                  <a:srgbClr val="000000"/>
                </a:solidFill>
                <a:latin typeface="Noto Sans"/>
                <a:ea typeface="Noto Sans"/>
                <a:cs typeface="Noto Sans"/>
                <a:sym typeface="Noto Sans"/>
              </a:rPr>
              <a:t>+ </a:t>
            </a:r>
            <a:r>
              <a:rPr lang="en-US" sz="2800" dirty="0" err="1">
                <a:solidFill>
                  <a:srgbClr val="000000"/>
                </a:solidFill>
                <a:latin typeface="Noto Sans"/>
                <a:ea typeface="Noto Sans"/>
                <a:cs typeface="Noto Sans"/>
                <a:sym typeface="Noto Sans"/>
              </a:rPr>
              <a:t>Bước</a:t>
            </a:r>
            <a:r>
              <a:rPr lang="en-US" sz="2800" dirty="0">
                <a:solidFill>
                  <a:srgbClr val="000000"/>
                </a:solidFill>
                <a:latin typeface="Noto Sans"/>
                <a:ea typeface="Noto Sans"/>
                <a:cs typeface="Noto Sans"/>
                <a:sym typeface="Noto Sans"/>
              </a:rPr>
              <a:t> 2: </a:t>
            </a:r>
            <a:r>
              <a:rPr lang="en-US" sz="2800" dirty="0" err="1">
                <a:solidFill>
                  <a:srgbClr val="000000"/>
                </a:solidFill>
                <a:latin typeface="Noto Sans"/>
                <a:ea typeface="Noto Sans"/>
                <a:cs typeface="Noto Sans"/>
                <a:sym typeface="Noto Sans"/>
              </a:rPr>
              <a:t>Chọn</a:t>
            </a:r>
            <a:r>
              <a:rPr lang="en-US" sz="2800" dirty="0">
                <a:solidFill>
                  <a:srgbClr val="000000"/>
                </a:solidFill>
                <a:latin typeface="Noto Sans"/>
                <a:ea typeface="Noto Sans"/>
                <a:cs typeface="Noto Sans"/>
                <a:sym typeface="Noto Sans"/>
              </a:rPr>
              <a:t> </a:t>
            </a:r>
            <a:r>
              <a:rPr lang="en-US" sz="2800" dirty="0" err="1">
                <a:solidFill>
                  <a:srgbClr val="000000"/>
                </a:solidFill>
                <a:latin typeface="Noto Sans"/>
                <a:ea typeface="Noto Sans"/>
                <a:cs typeface="Noto Sans"/>
                <a:sym typeface="Noto Sans"/>
              </a:rPr>
              <a:t>mùa</a:t>
            </a:r>
            <a:r>
              <a:rPr lang="en-US" sz="2800" dirty="0">
                <a:solidFill>
                  <a:srgbClr val="000000"/>
                </a:solidFill>
                <a:latin typeface="Noto Sans"/>
                <a:ea typeface="Noto Sans"/>
                <a:cs typeface="Noto Sans"/>
                <a:sym typeface="Noto Sans"/>
              </a:rPr>
              <a:t>.</a:t>
            </a:r>
          </a:p>
          <a:p>
            <a:pPr algn="l">
              <a:lnSpc>
                <a:spcPts val="3920"/>
              </a:lnSpc>
            </a:pPr>
            <a:r>
              <a:rPr lang="en-US" sz="2800" dirty="0">
                <a:solidFill>
                  <a:srgbClr val="000000"/>
                </a:solidFill>
                <a:latin typeface="Noto Sans"/>
                <a:ea typeface="Noto Sans"/>
                <a:cs typeface="Noto Sans"/>
                <a:sym typeface="Noto Sans"/>
              </a:rPr>
              <a:t>+ </a:t>
            </a:r>
            <a:r>
              <a:rPr lang="en-US" sz="2800" dirty="0" err="1">
                <a:solidFill>
                  <a:srgbClr val="000000"/>
                </a:solidFill>
                <a:latin typeface="Noto Sans"/>
                <a:ea typeface="Noto Sans"/>
                <a:cs typeface="Noto Sans"/>
                <a:sym typeface="Noto Sans"/>
              </a:rPr>
              <a:t>Bước</a:t>
            </a:r>
            <a:r>
              <a:rPr lang="en-US" sz="2800" dirty="0">
                <a:solidFill>
                  <a:srgbClr val="000000"/>
                </a:solidFill>
                <a:latin typeface="Noto Sans"/>
                <a:ea typeface="Noto Sans"/>
                <a:cs typeface="Noto Sans"/>
                <a:sym typeface="Noto Sans"/>
              </a:rPr>
              <a:t> 3: </a:t>
            </a:r>
            <a:r>
              <a:rPr lang="en-US" sz="2800" dirty="0" err="1">
                <a:solidFill>
                  <a:srgbClr val="000000"/>
                </a:solidFill>
                <a:latin typeface="Noto Sans"/>
                <a:ea typeface="Noto Sans"/>
                <a:cs typeface="Noto Sans"/>
                <a:sym typeface="Noto Sans"/>
              </a:rPr>
              <a:t>Loại</a:t>
            </a:r>
            <a:r>
              <a:rPr lang="en-US" sz="2800" dirty="0">
                <a:solidFill>
                  <a:srgbClr val="000000"/>
                </a:solidFill>
                <a:latin typeface="Noto Sans"/>
                <a:ea typeface="Noto Sans"/>
                <a:cs typeface="Noto Sans"/>
                <a:sym typeface="Noto Sans"/>
              </a:rPr>
              <a:t> </a:t>
            </a:r>
            <a:r>
              <a:rPr lang="en-US" sz="2800" dirty="0" err="1">
                <a:solidFill>
                  <a:srgbClr val="000000"/>
                </a:solidFill>
                <a:latin typeface="Noto Sans"/>
                <a:ea typeface="Noto Sans"/>
                <a:cs typeface="Noto Sans"/>
                <a:sym typeface="Noto Sans"/>
              </a:rPr>
              <a:t>món</a:t>
            </a:r>
            <a:r>
              <a:rPr lang="en-US" sz="2800" dirty="0">
                <a:solidFill>
                  <a:srgbClr val="000000"/>
                </a:solidFill>
                <a:latin typeface="Noto Sans"/>
                <a:ea typeface="Noto Sans"/>
                <a:cs typeface="Noto Sans"/>
                <a:sym typeface="Noto Sans"/>
              </a:rPr>
              <a:t> </a:t>
            </a:r>
            <a:r>
              <a:rPr lang="en-US" sz="2800" dirty="0" err="1">
                <a:solidFill>
                  <a:srgbClr val="000000"/>
                </a:solidFill>
                <a:latin typeface="Noto Sans"/>
                <a:ea typeface="Noto Sans"/>
                <a:cs typeface="Noto Sans"/>
                <a:sym typeface="Noto Sans"/>
              </a:rPr>
              <a:t>ăn</a:t>
            </a:r>
            <a:r>
              <a:rPr lang="en-US" sz="2800" dirty="0">
                <a:solidFill>
                  <a:srgbClr val="000000"/>
                </a:solidFill>
                <a:latin typeface="Noto Sans"/>
                <a:ea typeface="Noto Sans"/>
                <a:cs typeface="Noto Sans"/>
                <a:sym typeface="Noto Sans"/>
              </a:rPr>
              <a:t>.</a:t>
            </a:r>
          </a:p>
          <a:p>
            <a:pPr algn="l">
              <a:lnSpc>
                <a:spcPts val="3920"/>
              </a:lnSpc>
            </a:pPr>
            <a:r>
              <a:rPr lang="en-US" sz="2800" dirty="0">
                <a:solidFill>
                  <a:srgbClr val="000000"/>
                </a:solidFill>
                <a:latin typeface="Noto Sans"/>
                <a:ea typeface="Noto Sans"/>
                <a:cs typeface="Noto Sans"/>
                <a:sym typeface="Noto Sans"/>
              </a:rPr>
              <a:t>+ </a:t>
            </a:r>
            <a:r>
              <a:rPr lang="en-US" sz="2800" dirty="0" err="1">
                <a:solidFill>
                  <a:srgbClr val="000000"/>
                </a:solidFill>
                <a:latin typeface="Noto Sans"/>
                <a:ea typeface="Noto Sans"/>
                <a:cs typeface="Noto Sans"/>
                <a:sym typeface="Noto Sans"/>
              </a:rPr>
              <a:t>Bước</a:t>
            </a:r>
            <a:r>
              <a:rPr lang="en-US" sz="2800" dirty="0">
                <a:solidFill>
                  <a:srgbClr val="000000"/>
                </a:solidFill>
                <a:latin typeface="Noto Sans"/>
                <a:ea typeface="Noto Sans"/>
                <a:cs typeface="Noto Sans"/>
                <a:sym typeface="Noto Sans"/>
              </a:rPr>
              <a:t> 4: Nguyên </a:t>
            </a:r>
            <a:r>
              <a:rPr lang="en-US" sz="2800" dirty="0" err="1">
                <a:solidFill>
                  <a:srgbClr val="000000"/>
                </a:solidFill>
                <a:latin typeface="Noto Sans"/>
                <a:ea typeface="Noto Sans"/>
                <a:cs typeface="Noto Sans"/>
                <a:sym typeface="Noto Sans"/>
              </a:rPr>
              <a:t>liệu</a:t>
            </a:r>
            <a:r>
              <a:rPr lang="en-US" sz="2800" dirty="0">
                <a:solidFill>
                  <a:srgbClr val="000000"/>
                </a:solidFill>
                <a:latin typeface="Noto Sans"/>
                <a:ea typeface="Noto Sans"/>
                <a:cs typeface="Noto Sans"/>
                <a:sym typeface="Noto Sans"/>
              </a:rPr>
              <a:t> </a:t>
            </a:r>
            <a:r>
              <a:rPr lang="en-US" sz="2800" dirty="0" err="1">
                <a:solidFill>
                  <a:srgbClr val="000000"/>
                </a:solidFill>
                <a:latin typeface="Noto Sans"/>
                <a:ea typeface="Noto Sans"/>
                <a:cs typeface="Noto Sans"/>
                <a:sym typeface="Noto Sans"/>
              </a:rPr>
              <a:t>chính</a:t>
            </a:r>
            <a:r>
              <a:rPr lang="en-US" sz="2800" dirty="0">
                <a:solidFill>
                  <a:srgbClr val="000000"/>
                </a:solidFill>
                <a:latin typeface="Noto Sans"/>
                <a:ea typeface="Noto Sans"/>
                <a:cs typeface="Noto Sans"/>
                <a:sym typeface="Noto Sans"/>
              </a:rPr>
              <a:t>.</a:t>
            </a:r>
          </a:p>
          <a:p>
            <a:pPr algn="l">
              <a:lnSpc>
                <a:spcPts val="3920"/>
              </a:lnSpc>
            </a:pPr>
            <a:r>
              <a:rPr lang="en-US" sz="2800" dirty="0">
                <a:solidFill>
                  <a:srgbClr val="000000"/>
                </a:solidFill>
                <a:latin typeface="Noto Sans"/>
                <a:ea typeface="Noto Sans"/>
                <a:cs typeface="Noto Sans"/>
                <a:sym typeface="Noto Sans"/>
              </a:rPr>
              <a:t>+ </a:t>
            </a:r>
            <a:r>
              <a:rPr lang="en-US" sz="2800" dirty="0" err="1">
                <a:solidFill>
                  <a:srgbClr val="000000"/>
                </a:solidFill>
                <a:latin typeface="Noto Sans"/>
                <a:ea typeface="Noto Sans"/>
                <a:cs typeface="Noto Sans"/>
                <a:sym typeface="Noto Sans"/>
              </a:rPr>
              <a:t>Bước</a:t>
            </a:r>
            <a:r>
              <a:rPr lang="en-US" sz="2800" dirty="0">
                <a:solidFill>
                  <a:srgbClr val="000000"/>
                </a:solidFill>
                <a:latin typeface="Noto Sans"/>
                <a:ea typeface="Noto Sans"/>
                <a:cs typeface="Noto Sans"/>
                <a:sym typeface="Noto Sans"/>
              </a:rPr>
              <a:t> 5: Nguyên </a:t>
            </a:r>
            <a:r>
              <a:rPr lang="en-US" sz="2800" dirty="0" err="1">
                <a:solidFill>
                  <a:srgbClr val="000000"/>
                </a:solidFill>
                <a:latin typeface="Noto Sans"/>
                <a:ea typeface="Noto Sans"/>
                <a:cs typeface="Noto Sans"/>
                <a:sym typeface="Noto Sans"/>
              </a:rPr>
              <a:t>liệu</a:t>
            </a:r>
            <a:r>
              <a:rPr lang="en-US" sz="2800" dirty="0">
                <a:solidFill>
                  <a:srgbClr val="000000"/>
                </a:solidFill>
                <a:latin typeface="Noto Sans"/>
                <a:ea typeface="Noto Sans"/>
                <a:cs typeface="Noto Sans"/>
                <a:sym typeface="Noto Sans"/>
              </a:rPr>
              <a:t> </a:t>
            </a:r>
            <a:r>
              <a:rPr lang="en-US" sz="2800" dirty="0" err="1">
                <a:solidFill>
                  <a:srgbClr val="000000"/>
                </a:solidFill>
                <a:latin typeface="Noto Sans"/>
                <a:ea typeface="Noto Sans"/>
                <a:cs typeface="Noto Sans"/>
                <a:sym typeface="Noto Sans"/>
              </a:rPr>
              <a:t>phụ</a:t>
            </a:r>
            <a:r>
              <a:rPr lang="en-US" sz="2800" dirty="0">
                <a:solidFill>
                  <a:srgbClr val="000000"/>
                </a:solidFill>
                <a:latin typeface="Noto Sans"/>
                <a:ea typeface="Noto Sans"/>
                <a:cs typeface="Noto Sans"/>
                <a:sym typeface="Noto Sans"/>
              </a:rPr>
              <a:t>.</a:t>
            </a:r>
          </a:p>
          <a:p>
            <a:pPr algn="l">
              <a:lnSpc>
                <a:spcPts val="3920"/>
              </a:lnSpc>
            </a:pPr>
            <a:r>
              <a:rPr lang="en-US" sz="2800" dirty="0">
                <a:solidFill>
                  <a:srgbClr val="000000"/>
                </a:solidFill>
                <a:latin typeface="Noto Sans"/>
                <a:ea typeface="Noto Sans"/>
                <a:cs typeface="Noto Sans"/>
                <a:sym typeface="Noto Sans"/>
              </a:rPr>
              <a:t>+ </a:t>
            </a:r>
            <a:r>
              <a:rPr lang="en-US" sz="2800" dirty="0" err="1">
                <a:solidFill>
                  <a:srgbClr val="000000"/>
                </a:solidFill>
                <a:latin typeface="Noto Sans"/>
                <a:ea typeface="Noto Sans"/>
                <a:cs typeface="Noto Sans"/>
                <a:sym typeface="Noto Sans"/>
              </a:rPr>
              <a:t>Bước</a:t>
            </a:r>
            <a:r>
              <a:rPr lang="en-US" sz="2800" dirty="0">
                <a:solidFill>
                  <a:srgbClr val="000000"/>
                </a:solidFill>
                <a:latin typeface="Noto Sans"/>
                <a:ea typeface="Noto Sans"/>
                <a:cs typeface="Noto Sans"/>
                <a:sym typeface="Noto Sans"/>
              </a:rPr>
              <a:t> 6: </a:t>
            </a:r>
            <a:r>
              <a:rPr lang="en-US" sz="2800" dirty="0" err="1">
                <a:solidFill>
                  <a:srgbClr val="000000"/>
                </a:solidFill>
                <a:latin typeface="Noto Sans"/>
                <a:ea typeface="Noto Sans"/>
                <a:cs typeface="Noto Sans"/>
                <a:sym typeface="Noto Sans"/>
              </a:rPr>
              <a:t>Chọn</a:t>
            </a:r>
            <a:r>
              <a:rPr lang="en-US" sz="2800" dirty="0">
                <a:solidFill>
                  <a:srgbClr val="000000"/>
                </a:solidFill>
                <a:latin typeface="Noto Sans"/>
                <a:ea typeface="Noto Sans"/>
                <a:cs typeface="Noto Sans"/>
                <a:sym typeface="Noto Sans"/>
              </a:rPr>
              <a:t> </a:t>
            </a:r>
            <a:r>
              <a:rPr lang="en-US" sz="2800" dirty="0" err="1">
                <a:solidFill>
                  <a:srgbClr val="000000"/>
                </a:solidFill>
                <a:latin typeface="Noto Sans"/>
                <a:ea typeface="Noto Sans"/>
                <a:cs typeface="Noto Sans"/>
                <a:sym typeface="Noto Sans"/>
              </a:rPr>
              <a:t>khẩu</a:t>
            </a:r>
            <a:r>
              <a:rPr lang="en-US" sz="2800" dirty="0">
                <a:solidFill>
                  <a:srgbClr val="000000"/>
                </a:solidFill>
                <a:latin typeface="Noto Sans"/>
                <a:ea typeface="Noto Sans"/>
                <a:cs typeface="Noto Sans"/>
                <a:sym typeface="Noto Sans"/>
              </a:rPr>
              <a:t> </a:t>
            </a:r>
            <a:r>
              <a:rPr lang="en-US" sz="2800" dirty="0" err="1">
                <a:solidFill>
                  <a:srgbClr val="000000"/>
                </a:solidFill>
                <a:latin typeface="Noto Sans"/>
                <a:ea typeface="Noto Sans"/>
                <a:cs typeface="Noto Sans"/>
                <a:sym typeface="Noto Sans"/>
              </a:rPr>
              <a:t>vị</a:t>
            </a:r>
            <a:r>
              <a:rPr lang="en-US" sz="2800" dirty="0">
                <a:solidFill>
                  <a:srgbClr val="000000"/>
                </a:solidFill>
                <a:latin typeface="Noto Sans"/>
                <a:ea typeface="Noto Sans"/>
                <a:cs typeface="Noto Sans"/>
                <a:sym typeface="Noto Sans"/>
              </a:rPr>
              <a:t>.</a:t>
            </a:r>
          </a:p>
        </p:txBody>
      </p:sp>
      <p:sp>
        <p:nvSpPr>
          <p:cNvPr id="11" name="Freeform 11"/>
          <p:cNvSpPr/>
          <p:nvPr/>
        </p:nvSpPr>
        <p:spPr>
          <a:xfrm>
            <a:off x="12540045" y="6332394"/>
            <a:ext cx="5519099" cy="3722883"/>
          </a:xfrm>
          <a:custGeom>
            <a:avLst/>
            <a:gdLst/>
            <a:ahLst/>
            <a:cxnLst/>
            <a:rect l="l" t="t" r="r" b="b"/>
            <a:pathLst>
              <a:path w="5519099" h="3722883">
                <a:moveTo>
                  <a:pt x="0" y="0"/>
                </a:moveTo>
                <a:lnTo>
                  <a:pt x="5519098" y="0"/>
                </a:lnTo>
                <a:lnTo>
                  <a:pt x="5519098" y="3722883"/>
                </a:lnTo>
                <a:lnTo>
                  <a:pt x="0" y="3722883"/>
                </a:lnTo>
                <a:lnTo>
                  <a:pt x="0" y="0"/>
                </a:lnTo>
                <a:close/>
              </a:path>
            </a:pathLst>
          </a:custGeom>
          <a:blipFill>
            <a:blip r:embed="rId3">
              <a:alphaModFix amt="90000"/>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12" name="TextBox 12"/>
          <p:cNvSpPr txBox="1"/>
          <p:nvPr/>
        </p:nvSpPr>
        <p:spPr>
          <a:xfrm>
            <a:off x="12726939" y="6741969"/>
            <a:ext cx="5103347" cy="1047750"/>
          </a:xfrm>
          <a:prstGeom prst="rect">
            <a:avLst/>
          </a:prstGeom>
        </p:spPr>
        <p:txBody>
          <a:bodyPr lIns="0" tIns="0" rIns="0" bIns="0" rtlCol="0" anchor="t">
            <a:spAutoFit/>
          </a:bodyPr>
          <a:lstStyle/>
          <a:p>
            <a:pPr marL="647702" lvl="1" indent="-323851" algn="l">
              <a:lnSpc>
                <a:spcPts val="4200"/>
              </a:lnSpc>
              <a:buFont typeface="Arial"/>
              <a:buChar char="•"/>
            </a:pPr>
            <a:r>
              <a:rPr lang="en-US" sz="3000">
                <a:solidFill>
                  <a:srgbClr val="000000"/>
                </a:solidFill>
                <a:latin typeface="Noto Sans"/>
                <a:ea typeface="Noto Sans"/>
                <a:cs typeface="Noto Sans"/>
                <a:sym typeface="Noto Sans"/>
              </a:rPr>
              <a:t>Các nút thao tác trong giao diện chính</a:t>
            </a:r>
          </a:p>
        </p:txBody>
      </p:sp>
      <p:sp>
        <p:nvSpPr>
          <p:cNvPr id="13" name="TextBox 13"/>
          <p:cNvSpPr txBox="1"/>
          <p:nvPr/>
        </p:nvSpPr>
        <p:spPr>
          <a:xfrm>
            <a:off x="13081929" y="7846869"/>
            <a:ext cx="4550093" cy="1607185"/>
          </a:xfrm>
          <a:prstGeom prst="rect">
            <a:avLst/>
          </a:prstGeom>
        </p:spPr>
        <p:txBody>
          <a:bodyPr lIns="0" tIns="0" rIns="0" bIns="0" rtlCol="0" anchor="t">
            <a:spAutoFit/>
          </a:bodyPr>
          <a:lstStyle/>
          <a:p>
            <a:pPr algn="l">
              <a:lnSpc>
                <a:spcPts val="4340"/>
              </a:lnSpc>
            </a:pPr>
            <a:r>
              <a:rPr lang="en-US" sz="3100">
                <a:solidFill>
                  <a:srgbClr val="000000"/>
                </a:solidFill>
                <a:latin typeface="Noto Sans"/>
                <a:ea typeface="Noto Sans"/>
                <a:cs typeface="Noto Sans"/>
                <a:sym typeface="Noto Sans"/>
              </a:rPr>
              <a:t>+ Nút tùy chọn.</a:t>
            </a:r>
          </a:p>
          <a:p>
            <a:pPr algn="l">
              <a:lnSpc>
                <a:spcPts val="4340"/>
              </a:lnSpc>
            </a:pPr>
            <a:r>
              <a:rPr lang="en-US" sz="3100">
                <a:solidFill>
                  <a:srgbClr val="000000"/>
                </a:solidFill>
                <a:latin typeface="Noto Sans"/>
                <a:ea typeface="Noto Sans"/>
                <a:cs typeface="Noto Sans"/>
                <a:sym typeface="Noto Sans"/>
              </a:rPr>
              <a:t>+ Nút Quay lại.</a:t>
            </a:r>
          </a:p>
          <a:p>
            <a:pPr algn="l">
              <a:lnSpc>
                <a:spcPts val="4340"/>
              </a:lnSpc>
            </a:pPr>
            <a:r>
              <a:rPr lang="en-US" sz="3100">
                <a:solidFill>
                  <a:srgbClr val="000000"/>
                </a:solidFill>
                <a:latin typeface="Noto Sans"/>
                <a:ea typeface="Noto Sans"/>
                <a:cs typeface="Noto Sans"/>
                <a:sym typeface="Noto Sans"/>
              </a:rPr>
              <a:t>+ Nút Xem gợi ý món ăn.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1000"/>
                                        <p:tgtEl>
                                          <p:spTgt spid="9"/>
                                        </p:tgtEl>
                                      </p:cBhvr>
                                    </p:animEffect>
                                    <p:anim calcmode="lin" valueType="num">
                                      <p:cBhvr>
                                        <p:cTn id="19" dur="1000" fill="hold"/>
                                        <p:tgtEl>
                                          <p:spTgt spid="9"/>
                                        </p:tgtEl>
                                        <p:attrNameLst>
                                          <p:attrName>ppt_x</p:attrName>
                                        </p:attrNameLst>
                                      </p:cBhvr>
                                      <p:tavLst>
                                        <p:tav tm="0">
                                          <p:val>
                                            <p:strVal val="#ppt_x"/>
                                          </p:val>
                                        </p:tav>
                                        <p:tav tm="100000">
                                          <p:val>
                                            <p:strVal val="#ppt_x"/>
                                          </p:val>
                                        </p:tav>
                                      </p:tavLst>
                                    </p:anim>
                                    <p:anim calcmode="lin" valueType="num">
                                      <p:cBhvr>
                                        <p:cTn id="20" dur="1000" fill="hold"/>
                                        <p:tgtEl>
                                          <p:spTgt spid="9"/>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000"/>
                                        <p:tgtEl>
                                          <p:spTgt spid="10"/>
                                        </p:tgtEl>
                                      </p:cBhvr>
                                    </p:animEffect>
                                    <p:anim calcmode="lin" valueType="num">
                                      <p:cBhvr>
                                        <p:cTn id="24" dur="1000" fill="hold"/>
                                        <p:tgtEl>
                                          <p:spTgt spid="10"/>
                                        </p:tgtEl>
                                        <p:attrNameLst>
                                          <p:attrName>ppt_x</p:attrName>
                                        </p:attrNameLst>
                                      </p:cBhvr>
                                      <p:tavLst>
                                        <p:tav tm="0">
                                          <p:val>
                                            <p:strVal val="#ppt_x"/>
                                          </p:val>
                                        </p:tav>
                                        <p:tav tm="100000">
                                          <p:val>
                                            <p:strVal val="#ppt_x"/>
                                          </p:val>
                                        </p:tav>
                                      </p:tavLst>
                                    </p:anim>
                                    <p:anim calcmode="lin" valueType="num">
                                      <p:cBhvr>
                                        <p:cTn id="25" dur="1000" fill="hold"/>
                                        <p:tgtEl>
                                          <p:spTgt spid="10"/>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42" presetClass="entr" presetSubtype="0"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1000"/>
                                        <p:tgtEl>
                                          <p:spTgt spid="12"/>
                                        </p:tgtEl>
                                      </p:cBhvr>
                                    </p:animEffect>
                                    <p:anim calcmode="lin" valueType="num">
                                      <p:cBhvr>
                                        <p:cTn id="30" dur="1000" fill="hold"/>
                                        <p:tgtEl>
                                          <p:spTgt spid="12"/>
                                        </p:tgtEl>
                                        <p:attrNameLst>
                                          <p:attrName>ppt_x</p:attrName>
                                        </p:attrNameLst>
                                      </p:cBhvr>
                                      <p:tavLst>
                                        <p:tav tm="0">
                                          <p:val>
                                            <p:strVal val="#ppt_x"/>
                                          </p:val>
                                        </p:tav>
                                        <p:tav tm="100000">
                                          <p:val>
                                            <p:strVal val="#ppt_x"/>
                                          </p:val>
                                        </p:tav>
                                      </p:tavLst>
                                    </p:anim>
                                    <p:anim calcmode="lin" valueType="num">
                                      <p:cBhvr>
                                        <p:cTn id="31" dur="1000" fill="hold"/>
                                        <p:tgtEl>
                                          <p:spTgt spid="12"/>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1000"/>
                                        <p:tgtEl>
                                          <p:spTgt spid="13"/>
                                        </p:tgtEl>
                                      </p:cBhvr>
                                    </p:animEffect>
                                    <p:anim calcmode="lin" valueType="num">
                                      <p:cBhvr>
                                        <p:cTn id="35" dur="1000" fill="hold"/>
                                        <p:tgtEl>
                                          <p:spTgt spid="13"/>
                                        </p:tgtEl>
                                        <p:attrNameLst>
                                          <p:attrName>ppt_x</p:attrName>
                                        </p:attrNameLst>
                                      </p:cBhvr>
                                      <p:tavLst>
                                        <p:tav tm="0">
                                          <p:val>
                                            <p:strVal val="#ppt_x"/>
                                          </p:val>
                                        </p:tav>
                                        <p:tav tm="100000">
                                          <p:val>
                                            <p:strVal val="#ppt_x"/>
                                          </p:val>
                                        </p:tav>
                                      </p:tavLst>
                                    </p:anim>
                                    <p:anim calcmode="lin" valueType="num">
                                      <p:cBhvr>
                                        <p:cTn id="36" dur="1000" fill="hold"/>
                                        <p:tgtEl>
                                          <p:spTgt spid="13"/>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anim calcmode="lin" valueType="num">
                                      <p:cBhvr>
                                        <p:cTn id="40" dur="1000" fill="hold"/>
                                        <p:tgtEl>
                                          <p:spTgt spid="11"/>
                                        </p:tgtEl>
                                        <p:attrNameLst>
                                          <p:attrName>ppt_x</p:attrName>
                                        </p:attrNameLst>
                                      </p:cBhvr>
                                      <p:tavLst>
                                        <p:tav tm="0">
                                          <p:val>
                                            <p:strVal val="#ppt_x"/>
                                          </p:val>
                                        </p:tav>
                                        <p:tav tm="100000">
                                          <p:val>
                                            <p:strVal val="#ppt_x"/>
                                          </p:val>
                                        </p:tav>
                                      </p:tavLst>
                                    </p:anim>
                                    <p:anim calcmode="lin" valueType="num">
                                      <p:cBhvr>
                                        <p:cTn id="4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p:bldP spid="10" grpId="0"/>
      <p:bldP spid="11" grpId="0" animBg="1"/>
      <p:bldP spid="12"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2FFC8"/>
        </a:solidFill>
        <a:effectLst/>
      </p:bgPr>
    </p:bg>
    <p:spTree>
      <p:nvGrpSpPr>
        <p:cNvPr id="1" name=""/>
        <p:cNvGrpSpPr/>
        <p:nvPr/>
      </p:nvGrpSpPr>
      <p:grpSpPr>
        <a:xfrm>
          <a:off x="0" y="0"/>
          <a:ext cx="0" cy="0"/>
          <a:chOff x="0" y="0"/>
          <a:chExt cx="0" cy="0"/>
        </a:xfrm>
      </p:grpSpPr>
      <p:sp>
        <p:nvSpPr>
          <p:cNvPr id="2" name="AutoShape 2"/>
          <p:cNvSpPr/>
          <p:nvPr/>
        </p:nvSpPr>
        <p:spPr>
          <a:xfrm>
            <a:off x="0" y="-3314700"/>
            <a:ext cx="18288000" cy="5192097"/>
          </a:xfrm>
          <a:prstGeom prst="rect">
            <a:avLst/>
          </a:prstGeom>
          <a:solidFill>
            <a:srgbClr val="448C40"/>
          </a:solidFill>
        </p:spPr>
        <p:txBody>
          <a:bodyPr/>
          <a:lstStyle/>
          <a:p>
            <a:endParaRPr lang="en-US"/>
          </a:p>
        </p:txBody>
      </p:sp>
      <p:sp>
        <p:nvSpPr>
          <p:cNvPr id="3" name="Freeform 3"/>
          <p:cNvSpPr/>
          <p:nvPr/>
        </p:nvSpPr>
        <p:spPr>
          <a:xfrm>
            <a:off x="2829200" y="1767760"/>
            <a:ext cx="12629600" cy="8519240"/>
          </a:xfrm>
          <a:custGeom>
            <a:avLst/>
            <a:gdLst/>
            <a:ahLst/>
            <a:cxnLst/>
            <a:rect l="l" t="t" r="r" b="b"/>
            <a:pathLst>
              <a:path w="12629600" h="8519240">
                <a:moveTo>
                  <a:pt x="0" y="0"/>
                </a:moveTo>
                <a:lnTo>
                  <a:pt x="12629600" y="0"/>
                </a:lnTo>
                <a:lnTo>
                  <a:pt x="12629600" y="8519240"/>
                </a:lnTo>
                <a:lnTo>
                  <a:pt x="0" y="8519240"/>
                </a:lnTo>
                <a:lnTo>
                  <a:pt x="0" y="0"/>
                </a:lnTo>
                <a:close/>
              </a:path>
            </a:pathLst>
          </a:custGeom>
          <a:blipFill>
            <a:blip r:embed="rId2">
              <a:alphaModFix amt="90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4" name="Freeform 4"/>
          <p:cNvSpPr/>
          <p:nvPr/>
        </p:nvSpPr>
        <p:spPr>
          <a:xfrm>
            <a:off x="3220906" y="2929705"/>
            <a:ext cx="4799790" cy="1161515"/>
          </a:xfrm>
          <a:custGeom>
            <a:avLst/>
            <a:gdLst/>
            <a:ahLst/>
            <a:cxnLst/>
            <a:rect l="l" t="t" r="r" b="b"/>
            <a:pathLst>
              <a:path w="4799790" h="1161515">
                <a:moveTo>
                  <a:pt x="0" y="0"/>
                </a:moveTo>
                <a:lnTo>
                  <a:pt x="4799789" y="0"/>
                </a:lnTo>
                <a:lnTo>
                  <a:pt x="4799789" y="1161515"/>
                </a:lnTo>
                <a:lnTo>
                  <a:pt x="0" y="1161515"/>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8707574" y="2586855"/>
            <a:ext cx="5654159" cy="1780540"/>
          </a:xfrm>
          <a:prstGeom prst="rect">
            <a:avLst/>
          </a:prstGeom>
        </p:spPr>
        <p:txBody>
          <a:bodyPr lIns="0" tIns="0" rIns="0" bIns="0" rtlCol="0" anchor="t">
            <a:spAutoFit/>
          </a:bodyPr>
          <a:lstStyle/>
          <a:p>
            <a:pPr algn="just">
              <a:lnSpc>
                <a:spcPts val="4759"/>
              </a:lnSpc>
            </a:pPr>
            <a:r>
              <a:rPr lang="en-US" sz="3399">
                <a:solidFill>
                  <a:srgbClr val="000000"/>
                </a:solidFill>
                <a:latin typeface="Noto Sans"/>
                <a:ea typeface="Noto Sans"/>
                <a:cs typeface="Noto Sans"/>
                <a:sym typeface="Noto Sans"/>
              </a:rPr>
              <a:t>Khi nhấn vào nút này người  dùng sẽ được chuyển tới giao diện gợi ý món ăn</a:t>
            </a:r>
          </a:p>
        </p:txBody>
      </p:sp>
      <p:sp>
        <p:nvSpPr>
          <p:cNvPr id="6" name="TextBox 6"/>
          <p:cNvSpPr txBox="1"/>
          <p:nvPr/>
        </p:nvSpPr>
        <p:spPr>
          <a:xfrm>
            <a:off x="3382971" y="7585048"/>
            <a:ext cx="11522057" cy="1780540"/>
          </a:xfrm>
          <a:prstGeom prst="rect">
            <a:avLst/>
          </a:prstGeom>
        </p:spPr>
        <p:txBody>
          <a:bodyPr lIns="0" tIns="0" rIns="0" bIns="0" rtlCol="0" anchor="t">
            <a:spAutoFit/>
          </a:bodyPr>
          <a:lstStyle/>
          <a:p>
            <a:pPr algn="l">
              <a:lnSpc>
                <a:spcPts val="4759"/>
              </a:lnSpc>
            </a:pPr>
            <a:r>
              <a:rPr lang="en-US" sz="3399" i="1" dirty="0">
                <a:solidFill>
                  <a:srgbClr val="000000"/>
                </a:solidFill>
                <a:latin typeface="Noto Sans Italics"/>
                <a:ea typeface="Noto Sans Italics"/>
                <a:cs typeface="Noto Sans Italics"/>
                <a:sym typeface="Noto Sans Italics"/>
              </a:rPr>
              <a:t>Lưu ý: Khi </a:t>
            </a:r>
            <a:r>
              <a:rPr lang="en-US" sz="3399" i="1" dirty="0" err="1">
                <a:solidFill>
                  <a:srgbClr val="000000"/>
                </a:solidFill>
                <a:latin typeface="Noto Sans Italics"/>
                <a:ea typeface="Noto Sans Italics"/>
                <a:cs typeface="Noto Sans Italics"/>
                <a:sym typeface="Noto Sans Italics"/>
              </a:rPr>
              <a:t>nhấn</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vào</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nút</a:t>
            </a:r>
            <a:r>
              <a:rPr lang="en-US" sz="3399" i="1" dirty="0">
                <a:solidFill>
                  <a:srgbClr val="000000"/>
                </a:solidFill>
                <a:latin typeface="Noto Sans Italics"/>
                <a:ea typeface="Noto Sans Italics"/>
                <a:cs typeface="Noto Sans Italics"/>
                <a:sym typeface="Noto Sans Italics"/>
              </a:rPr>
              <a:t> “ Xem </a:t>
            </a:r>
            <a:r>
              <a:rPr lang="en-US" sz="3399" i="1" dirty="0" err="1">
                <a:solidFill>
                  <a:srgbClr val="000000"/>
                </a:solidFill>
                <a:latin typeface="Noto Sans Italics"/>
                <a:ea typeface="Noto Sans Italics"/>
                <a:cs typeface="Noto Sans Italics"/>
                <a:sym typeface="Noto Sans Italics"/>
              </a:rPr>
              <a:t>gợi</a:t>
            </a:r>
            <a:r>
              <a:rPr lang="en-US" sz="3399" i="1" dirty="0">
                <a:solidFill>
                  <a:srgbClr val="000000"/>
                </a:solidFill>
                <a:latin typeface="Noto Sans Italics"/>
                <a:ea typeface="Noto Sans Italics"/>
                <a:cs typeface="Noto Sans Italics"/>
                <a:sym typeface="Noto Sans Italics"/>
              </a:rPr>
              <a:t> ý </a:t>
            </a:r>
            <a:r>
              <a:rPr lang="en-US" sz="3399" i="1" dirty="0" err="1">
                <a:solidFill>
                  <a:srgbClr val="000000"/>
                </a:solidFill>
                <a:latin typeface="Noto Sans Italics"/>
                <a:ea typeface="Noto Sans Italics"/>
                <a:cs typeface="Noto Sans Italics"/>
                <a:sym typeface="Noto Sans Italics"/>
              </a:rPr>
              <a:t>món</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ăn</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thì</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người</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dùng</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phải</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thực</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hiện</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các</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điều</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kiện</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của</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các</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bước</a:t>
            </a:r>
            <a:r>
              <a:rPr lang="en-US" sz="3399" i="1" dirty="0">
                <a:solidFill>
                  <a:srgbClr val="000000"/>
                </a:solidFill>
                <a:latin typeface="Noto Sans Italics"/>
                <a:ea typeface="Noto Sans Italics"/>
                <a:cs typeface="Noto Sans Italics"/>
                <a:sym typeface="Noto Sans Italics"/>
              </a:rPr>
              <a:t> ở </a:t>
            </a:r>
            <a:r>
              <a:rPr lang="en-US" sz="3399" i="1" dirty="0" err="1">
                <a:solidFill>
                  <a:srgbClr val="000000"/>
                </a:solidFill>
                <a:latin typeface="Noto Sans Italics"/>
                <a:ea typeface="Noto Sans Italics"/>
                <a:cs typeface="Noto Sans Italics"/>
                <a:sym typeface="Noto Sans Italics"/>
              </a:rPr>
              <a:t>vùng</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nhập</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yêu</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cầu</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tìm</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kiếm</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món</a:t>
            </a:r>
            <a:r>
              <a:rPr lang="en-US" sz="3399" i="1" dirty="0">
                <a:solidFill>
                  <a:srgbClr val="000000"/>
                </a:solidFill>
                <a:latin typeface="Noto Sans Italics"/>
                <a:ea typeface="Noto Sans Italics"/>
                <a:cs typeface="Noto Sans Italics"/>
                <a:sym typeface="Noto Sans Italics"/>
              </a:rPr>
              <a:t> </a:t>
            </a:r>
            <a:r>
              <a:rPr lang="en-US" sz="3399" i="1" dirty="0" err="1">
                <a:solidFill>
                  <a:srgbClr val="000000"/>
                </a:solidFill>
                <a:latin typeface="Noto Sans Italics"/>
                <a:ea typeface="Noto Sans Italics"/>
                <a:cs typeface="Noto Sans Italics"/>
                <a:sym typeface="Noto Sans Italics"/>
              </a:rPr>
              <a:t>ăn</a:t>
            </a:r>
            <a:r>
              <a:rPr lang="en-US" sz="3399" i="1" dirty="0">
                <a:solidFill>
                  <a:srgbClr val="000000"/>
                </a:solidFill>
                <a:latin typeface="Noto Sans Italics"/>
                <a:ea typeface="Noto Sans Italics"/>
                <a:cs typeface="Noto Sans Italics"/>
                <a:sym typeface="Noto Sans Italics"/>
              </a:rPr>
              <a:t>.</a:t>
            </a:r>
          </a:p>
        </p:txBody>
      </p:sp>
      <p:sp>
        <p:nvSpPr>
          <p:cNvPr id="7" name="TextBox 7"/>
          <p:cNvSpPr txBox="1"/>
          <p:nvPr/>
        </p:nvSpPr>
        <p:spPr>
          <a:xfrm>
            <a:off x="3169043" y="4819967"/>
            <a:ext cx="5212957" cy="580390"/>
          </a:xfrm>
          <a:prstGeom prst="rect">
            <a:avLst/>
          </a:prstGeom>
        </p:spPr>
        <p:txBody>
          <a:bodyPr wrap="square" lIns="0" tIns="0" rIns="0" bIns="0" rtlCol="0" anchor="t">
            <a:spAutoFit/>
          </a:bodyPr>
          <a:lstStyle/>
          <a:p>
            <a:pPr marL="734059" lvl="1" indent="-367030" algn="ctr">
              <a:lnSpc>
                <a:spcPts val="4759"/>
              </a:lnSpc>
              <a:buFont typeface="Arial"/>
              <a:buChar char="•"/>
            </a:pPr>
            <a:r>
              <a:rPr lang="en-US" sz="3399" dirty="0" err="1">
                <a:solidFill>
                  <a:srgbClr val="000000"/>
                </a:solidFill>
                <a:latin typeface="Noto Sans"/>
                <a:ea typeface="Noto Sans"/>
                <a:cs typeface="Noto Sans"/>
                <a:sym typeface="Noto Sans"/>
              </a:rPr>
              <a:t>Xảy</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ra</a:t>
            </a:r>
            <a:r>
              <a:rPr lang="en-US" sz="3399" dirty="0">
                <a:solidFill>
                  <a:srgbClr val="000000"/>
                </a:solidFill>
                <a:latin typeface="Noto Sans"/>
                <a:ea typeface="Noto Sans"/>
                <a:cs typeface="Noto Sans"/>
                <a:sym typeface="Noto Sans"/>
              </a:rPr>
              <a:t> 3 </a:t>
            </a:r>
            <a:r>
              <a:rPr lang="en-US" sz="3399" dirty="0" err="1">
                <a:solidFill>
                  <a:srgbClr val="000000"/>
                </a:solidFill>
                <a:latin typeface="Noto Sans"/>
                <a:ea typeface="Noto Sans"/>
                <a:cs typeface="Noto Sans"/>
                <a:sym typeface="Noto Sans"/>
              </a:rPr>
              <a:t>trường</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hợp</a:t>
            </a:r>
            <a:r>
              <a:rPr lang="en-US" sz="3399" dirty="0">
                <a:solidFill>
                  <a:srgbClr val="000000"/>
                </a:solidFill>
                <a:latin typeface="Noto Sans"/>
                <a:ea typeface="Noto Sans"/>
                <a:cs typeface="Noto Sans"/>
                <a:sym typeface="Noto Sans"/>
              </a:rPr>
              <a:t>:</a:t>
            </a:r>
          </a:p>
        </p:txBody>
      </p:sp>
      <p:sp>
        <p:nvSpPr>
          <p:cNvPr id="8" name="TextBox 8"/>
          <p:cNvSpPr txBox="1"/>
          <p:nvPr/>
        </p:nvSpPr>
        <p:spPr>
          <a:xfrm>
            <a:off x="3921717" y="5530101"/>
            <a:ext cx="10440015" cy="580390"/>
          </a:xfrm>
          <a:prstGeom prst="rect">
            <a:avLst/>
          </a:prstGeom>
        </p:spPr>
        <p:txBody>
          <a:bodyPr lIns="0" tIns="0" rIns="0" bIns="0" rtlCol="0" anchor="t">
            <a:spAutoFit/>
          </a:bodyPr>
          <a:lstStyle/>
          <a:p>
            <a:pPr algn="l">
              <a:lnSpc>
                <a:spcPts val="4759"/>
              </a:lnSpc>
            </a:pPr>
            <a:r>
              <a:rPr lang="en-US" sz="3399">
                <a:solidFill>
                  <a:srgbClr val="000000"/>
                </a:solidFill>
                <a:latin typeface="Noto Sans"/>
                <a:ea typeface="Noto Sans"/>
                <a:cs typeface="Noto Sans"/>
                <a:sym typeface="Noto Sans"/>
              </a:rPr>
              <a:t>+ Bị thiếu dữ liệu: Hệ thống sẽ hiển thị thông báo</a:t>
            </a:r>
          </a:p>
        </p:txBody>
      </p:sp>
      <p:sp>
        <p:nvSpPr>
          <p:cNvPr id="9" name="TextBox 9"/>
          <p:cNvSpPr txBox="1"/>
          <p:nvPr/>
        </p:nvSpPr>
        <p:spPr>
          <a:xfrm>
            <a:off x="3921717" y="6835229"/>
            <a:ext cx="10654079" cy="580390"/>
          </a:xfrm>
          <a:prstGeom prst="rect">
            <a:avLst/>
          </a:prstGeom>
        </p:spPr>
        <p:txBody>
          <a:bodyPr lIns="0" tIns="0" rIns="0" bIns="0" rtlCol="0" anchor="t">
            <a:spAutoFit/>
          </a:bodyPr>
          <a:lstStyle/>
          <a:p>
            <a:pPr algn="l">
              <a:lnSpc>
                <a:spcPts val="4759"/>
              </a:lnSpc>
            </a:pPr>
            <a:r>
              <a:rPr lang="en-US" sz="3399">
                <a:solidFill>
                  <a:srgbClr val="000000"/>
                </a:solidFill>
                <a:latin typeface="Noto Sans"/>
                <a:ea typeface="Noto Sans"/>
                <a:cs typeface="Noto Sans"/>
                <a:sym typeface="Noto Sans"/>
              </a:rPr>
              <a:t>+ Bị lỗi: Hiện thị giao diện không tìm thấy món ăn</a:t>
            </a:r>
          </a:p>
        </p:txBody>
      </p:sp>
      <p:sp>
        <p:nvSpPr>
          <p:cNvPr id="10" name="TextBox 10"/>
          <p:cNvSpPr txBox="1"/>
          <p:nvPr/>
        </p:nvSpPr>
        <p:spPr>
          <a:xfrm>
            <a:off x="1318980" y="110410"/>
            <a:ext cx="15357748" cy="1514475"/>
          </a:xfrm>
          <a:prstGeom prst="rect">
            <a:avLst/>
          </a:prstGeom>
        </p:spPr>
        <p:txBody>
          <a:bodyPr lIns="0" tIns="0" rIns="0" bIns="0" rtlCol="0" anchor="t">
            <a:spAutoFit/>
          </a:bodyPr>
          <a:lstStyle/>
          <a:p>
            <a:pPr algn="ctr">
              <a:lnSpc>
                <a:spcPts val="11999"/>
              </a:lnSpc>
            </a:pPr>
            <a:r>
              <a:rPr lang="en-US" sz="9999" dirty="0">
                <a:solidFill>
                  <a:srgbClr val="000000"/>
                </a:solidFill>
                <a:latin typeface="Lobster"/>
                <a:ea typeface="Lobster"/>
                <a:cs typeface="Lobster"/>
                <a:sym typeface="Lobster"/>
              </a:rPr>
              <a:t>Giao </a:t>
            </a:r>
            <a:r>
              <a:rPr lang="en-US" sz="9999" dirty="0" err="1">
                <a:solidFill>
                  <a:srgbClr val="000000"/>
                </a:solidFill>
                <a:latin typeface="Lobster"/>
                <a:ea typeface="Lobster"/>
                <a:cs typeface="Lobster"/>
                <a:sym typeface="Lobster"/>
              </a:rPr>
              <a:t>diện</a:t>
            </a:r>
            <a:r>
              <a:rPr lang="en-US" sz="9999" dirty="0">
                <a:solidFill>
                  <a:srgbClr val="000000"/>
                </a:solidFill>
                <a:latin typeface="Lobster"/>
                <a:ea typeface="Lobster"/>
                <a:cs typeface="Lobster"/>
                <a:sym typeface="Lobster"/>
              </a:rPr>
              <a:t> </a:t>
            </a:r>
            <a:r>
              <a:rPr lang="en-US" sz="9999" dirty="0" err="1">
                <a:solidFill>
                  <a:srgbClr val="000000"/>
                </a:solidFill>
                <a:latin typeface="Lobster"/>
                <a:ea typeface="Lobster"/>
                <a:cs typeface="Lobster"/>
                <a:sym typeface="Lobster"/>
              </a:rPr>
              <a:t>hệ</a:t>
            </a:r>
            <a:r>
              <a:rPr lang="en-US" sz="9999" dirty="0">
                <a:solidFill>
                  <a:srgbClr val="000000"/>
                </a:solidFill>
                <a:latin typeface="Lobster"/>
                <a:ea typeface="Lobster"/>
                <a:cs typeface="Lobster"/>
                <a:sym typeface="Lobster"/>
              </a:rPr>
              <a:t> </a:t>
            </a:r>
            <a:r>
              <a:rPr lang="en-US" sz="9999" dirty="0" err="1">
                <a:solidFill>
                  <a:srgbClr val="000000"/>
                </a:solidFill>
                <a:latin typeface="Lobster"/>
                <a:ea typeface="Lobster"/>
                <a:cs typeface="Lobster"/>
                <a:sym typeface="Lobster"/>
              </a:rPr>
              <a:t>chuyên</a:t>
            </a:r>
            <a:r>
              <a:rPr lang="en-US" sz="9999" dirty="0">
                <a:solidFill>
                  <a:srgbClr val="000000"/>
                </a:solidFill>
                <a:latin typeface="Lobster"/>
                <a:ea typeface="Lobster"/>
                <a:cs typeface="Lobster"/>
                <a:sym typeface="Lobster"/>
              </a:rPr>
              <a:t> </a:t>
            </a:r>
            <a:r>
              <a:rPr lang="en-US" sz="9999" dirty="0" err="1">
                <a:solidFill>
                  <a:srgbClr val="000000"/>
                </a:solidFill>
                <a:latin typeface="Lobster"/>
                <a:ea typeface="Lobster"/>
                <a:cs typeface="Lobster"/>
                <a:sym typeface="Lobster"/>
              </a:rPr>
              <a:t>gia</a:t>
            </a:r>
            <a:endParaRPr lang="en-US" sz="9999" dirty="0">
              <a:solidFill>
                <a:srgbClr val="000000"/>
              </a:solidFill>
              <a:latin typeface="Lobster"/>
              <a:ea typeface="Lobster"/>
              <a:cs typeface="Lobster"/>
              <a:sym typeface="Lobster"/>
            </a:endParaRPr>
          </a:p>
        </p:txBody>
      </p:sp>
      <p:sp>
        <p:nvSpPr>
          <p:cNvPr id="11" name="TextBox 11"/>
          <p:cNvSpPr txBox="1"/>
          <p:nvPr/>
        </p:nvSpPr>
        <p:spPr>
          <a:xfrm>
            <a:off x="3921717" y="6182665"/>
            <a:ext cx="9571713" cy="580390"/>
          </a:xfrm>
          <a:prstGeom prst="rect">
            <a:avLst/>
          </a:prstGeom>
        </p:spPr>
        <p:txBody>
          <a:bodyPr lIns="0" tIns="0" rIns="0" bIns="0" rtlCol="0" anchor="t">
            <a:spAutoFit/>
          </a:bodyPr>
          <a:lstStyle/>
          <a:p>
            <a:pPr algn="l">
              <a:lnSpc>
                <a:spcPts val="4759"/>
              </a:lnSpc>
            </a:pPr>
            <a:r>
              <a:rPr lang="en-US" sz="3399">
                <a:solidFill>
                  <a:srgbClr val="000000"/>
                </a:solidFill>
                <a:latin typeface="Noto Sans"/>
                <a:ea typeface="Noto Sans"/>
                <a:cs typeface="Noto Sans"/>
                <a:sym typeface="Noto Sans"/>
              </a:rPr>
              <a:t>+ Tìm thấy: Hiển thị giao diện gợi ý món ăn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anim calcmode="lin" valueType="num">
                                      <p:cBhvr>
                                        <p:cTn id="19" dur="1000" fill="hold"/>
                                        <p:tgtEl>
                                          <p:spTgt spid="5"/>
                                        </p:tgtEl>
                                        <p:attrNameLst>
                                          <p:attrName>ppt_x</p:attrName>
                                        </p:attrNameLst>
                                      </p:cBhvr>
                                      <p:tavLst>
                                        <p:tav tm="0">
                                          <p:val>
                                            <p:strVal val="#ppt_x"/>
                                          </p:val>
                                        </p:tav>
                                        <p:tav tm="100000">
                                          <p:val>
                                            <p:strVal val="#ppt_x"/>
                                          </p:val>
                                        </p:tav>
                                      </p:tavLst>
                                    </p:anim>
                                    <p:anim calcmode="lin" valueType="num">
                                      <p:cBhvr>
                                        <p:cTn id="20" dur="1000" fill="hold"/>
                                        <p:tgtEl>
                                          <p:spTgt spid="5"/>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42" presetClass="entr" presetSubtype="0"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childTnLst>
                          </p:cTn>
                        </p:par>
                        <p:par>
                          <p:cTn id="42" fill="hold">
                            <p:stCondLst>
                              <p:cond delay="3000"/>
                            </p:stCondLst>
                            <p:childTnLst>
                              <p:par>
                                <p:cTn id="43" presetID="42" presetClass="entr" presetSubtype="0" fill="hold" grpId="0" nodeType="after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fade">
                                      <p:cBhvr>
                                        <p:cTn id="45" dur="1000"/>
                                        <p:tgtEl>
                                          <p:spTgt spid="6"/>
                                        </p:tgtEl>
                                      </p:cBhvr>
                                    </p:animEffect>
                                    <p:anim calcmode="lin" valueType="num">
                                      <p:cBhvr>
                                        <p:cTn id="46" dur="1000" fill="hold"/>
                                        <p:tgtEl>
                                          <p:spTgt spid="6"/>
                                        </p:tgtEl>
                                        <p:attrNameLst>
                                          <p:attrName>ppt_x</p:attrName>
                                        </p:attrNameLst>
                                      </p:cBhvr>
                                      <p:tavLst>
                                        <p:tav tm="0">
                                          <p:val>
                                            <p:strVal val="#ppt_x"/>
                                          </p:val>
                                        </p:tav>
                                        <p:tav tm="100000">
                                          <p:val>
                                            <p:strVal val="#ppt_x"/>
                                          </p:val>
                                        </p:tav>
                                      </p:tavLst>
                                    </p:anim>
                                    <p:anim calcmode="lin" valueType="num">
                                      <p:cBhvr>
                                        <p:cTn id="4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p:bldP spid="6" grpId="0"/>
      <p:bldP spid="7" grpId="0"/>
      <p:bldP spid="8" grpId="0"/>
      <p:bldP spid="9"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62BFD4">
                <a:alpha val="100000"/>
              </a:srgbClr>
            </a:gs>
            <a:gs pos="100000">
              <a:srgbClr val="F1DD76">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0" y="-3314700"/>
            <a:ext cx="18288000" cy="5692785"/>
          </a:xfrm>
          <a:prstGeom prst="rect">
            <a:avLst/>
          </a:prstGeom>
          <a:gradFill rotWithShape="1">
            <a:gsLst>
              <a:gs pos="0">
                <a:srgbClr val="62BFD4">
                  <a:alpha val="100000"/>
                </a:srgbClr>
              </a:gs>
              <a:gs pos="100000">
                <a:srgbClr val="F1DD76">
                  <a:alpha val="100000"/>
                </a:srgbClr>
              </a:gs>
            </a:gsLst>
            <a:lin ang="0"/>
          </a:gradFill>
        </p:spPr>
        <p:txBody>
          <a:bodyPr/>
          <a:lstStyle/>
          <a:p>
            <a:endParaRPr lang="en-US"/>
          </a:p>
        </p:txBody>
      </p:sp>
      <p:sp>
        <p:nvSpPr>
          <p:cNvPr id="3" name="Freeform 3"/>
          <p:cNvSpPr/>
          <p:nvPr/>
        </p:nvSpPr>
        <p:spPr>
          <a:xfrm>
            <a:off x="191997" y="2057400"/>
            <a:ext cx="10576704" cy="5474937"/>
          </a:xfrm>
          <a:custGeom>
            <a:avLst/>
            <a:gdLst/>
            <a:ahLst/>
            <a:cxnLst/>
            <a:rect l="l" t="t" r="r" b="b"/>
            <a:pathLst>
              <a:path w="10576704" h="5474937">
                <a:moveTo>
                  <a:pt x="0" y="0"/>
                </a:moveTo>
                <a:lnTo>
                  <a:pt x="10576705" y="0"/>
                </a:lnTo>
                <a:lnTo>
                  <a:pt x="10576705" y="5474937"/>
                </a:lnTo>
                <a:lnTo>
                  <a:pt x="0" y="5474937"/>
                </a:lnTo>
                <a:lnTo>
                  <a:pt x="0" y="0"/>
                </a:lnTo>
                <a:close/>
              </a:path>
            </a:pathLst>
          </a:custGeom>
          <a:blipFill>
            <a:blip r:embed="rId3"/>
            <a:stretch>
              <a:fillRect l="-239" r="-1399" b="-1366"/>
            </a:stretch>
          </a:blipFill>
        </p:spPr>
        <p:txBody>
          <a:bodyPr/>
          <a:lstStyle/>
          <a:p>
            <a:endParaRPr lang="en-US" dirty="0"/>
          </a:p>
        </p:txBody>
      </p:sp>
      <p:grpSp>
        <p:nvGrpSpPr>
          <p:cNvPr id="4" name="Group 4"/>
          <p:cNvGrpSpPr/>
          <p:nvPr/>
        </p:nvGrpSpPr>
        <p:grpSpPr>
          <a:xfrm>
            <a:off x="11180046" y="2057400"/>
            <a:ext cx="6485116" cy="7858228"/>
            <a:chOff x="0" y="0"/>
            <a:chExt cx="1708014" cy="2069657"/>
          </a:xfrm>
        </p:grpSpPr>
        <p:sp>
          <p:nvSpPr>
            <p:cNvPr id="5" name="Freeform 5"/>
            <p:cNvSpPr/>
            <p:nvPr/>
          </p:nvSpPr>
          <p:spPr>
            <a:xfrm>
              <a:off x="0" y="0"/>
              <a:ext cx="1708014" cy="2069657"/>
            </a:xfrm>
            <a:custGeom>
              <a:avLst/>
              <a:gdLst/>
              <a:ahLst/>
              <a:cxnLst/>
              <a:rect l="l" t="t" r="r" b="b"/>
              <a:pathLst>
                <a:path w="1708014" h="2069657">
                  <a:moveTo>
                    <a:pt x="60884" y="0"/>
                  </a:moveTo>
                  <a:lnTo>
                    <a:pt x="1647130" y="0"/>
                  </a:lnTo>
                  <a:cubicBezTo>
                    <a:pt x="1680756" y="0"/>
                    <a:pt x="1708014" y="27259"/>
                    <a:pt x="1708014" y="60884"/>
                  </a:cubicBezTo>
                  <a:lnTo>
                    <a:pt x="1708014" y="2008773"/>
                  </a:lnTo>
                  <a:cubicBezTo>
                    <a:pt x="1708014" y="2042398"/>
                    <a:pt x="1680756" y="2069657"/>
                    <a:pt x="1647130" y="2069657"/>
                  </a:cubicBezTo>
                  <a:lnTo>
                    <a:pt x="60884" y="2069657"/>
                  </a:lnTo>
                  <a:cubicBezTo>
                    <a:pt x="27259" y="2069657"/>
                    <a:pt x="0" y="2042398"/>
                    <a:pt x="0" y="2008773"/>
                  </a:cubicBezTo>
                  <a:lnTo>
                    <a:pt x="0" y="60884"/>
                  </a:lnTo>
                  <a:cubicBezTo>
                    <a:pt x="0" y="27259"/>
                    <a:pt x="27259" y="0"/>
                    <a:pt x="60884" y="0"/>
                  </a:cubicBezTo>
                  <a:close/>
                </a:path>
              </a:pathLst>
            </a:custGeom>
            <a:gradFill rotWithShape="1">
              <a:gsLst>
                <a:gs pos="0">
                  <a:srgbClr val="94D462">
                    <a:alpha val="100000"/>
                  </a:srgbClr>
                </a:gs>
                <a:gs pos="100000">
                  <a:srgbClr val="F1DD76">
                    <a:alpha val="100000"/>
                  </a:srgbClr>
                </a:gs>
              </a:gsLst>
              <a:lin ang="0"/>
            </a:gradFill>
            <a:ln w="38100" cap="rnd">
              <a:solidFill>
                <a:srgbClr val="000000"/>
              </a:solidFill>
              <a:prstDash val="solid"/>
              <a:round/>
            </a:ln>
          </p:spPr>
          <p:txBody>
            <a:bodyPr/>
            <a:lstStyle/>
            <a:p>
              <a:endParaRPr lang="en-US"/>
            </a:p>
          </p:txBody>
        </p:sp>
        <p:sp>
          <p:nvSpPr>
            <p:cNvPr id="6" name="TextBox 6"/>
            <p:cNvSpPr txBox="1"/>
            <p:nvPr/>
          </p:nvSpPr>
          <p:spPr>
            <a:xfrm>
              <a:off x="0" y="-38100"/>
              <a:ext cx="1708014" cy="2107757"/>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0797376" y="1582792"/>
            <a:ext cx="7250457" cy="1001376"/>
            <a:chOff x="0" y="0"/>
            <a:chExt cx="1909585" cy="263737"/>
          </a:xfrm>
        </p:grpSpPr>
        <p:sp>
          <p:nvSpPr>
            <p:cNvPr id="8" name="Freeform 8"/>
            <p:cNvSpPr/>
            <p:nvPr/>
          </p:nvSpPr>
          <p:spPr>
            <a:xfrm>
              <a:off x="0" y="0"/>
              <a:ext cx="1909585" cy="263737"/>
            </a:xfrm>
            <a:custGeom>
              <a:avLst/>
              <a:gdLst/>
              <a:ahLst/>
              <a:cxnLst/>
              <a:rect l="l" t="t" r="r" b="b"/>
              <a:pathLst>
                <a:path w="1909585" h="263737">
                  <a:moveTo>
                    <a:pt x="41644" y="0"/>
                  </a:moveTo>
                  <a:lnTo>
                    <a:pt x="1867942" y="0"/>
                  </a:lnTo>
                  <a:cubicBezTo>
                    <a:pt x="1878986" y="0"/>
                    <a:pt x="1889579" y="4387"/>
                    <a:pt x="1897388" y="12197"/>
                  </a:cubicBezTo>
                  <a:cubicBezTo>
                    <a:pt x="1905198" y="20007"/>
                    <a:pt x="1909585" y="30599"/>
                    <a:pt x="1909585" y="41644"/>
                  </a:cubicBezTo>
                  <a:lnTo>
                    <a:pt x="1909585" y="222093"/>
                  </a:lnTo>
                  <a:cubicBezTo>
                    <a:pt x="1909585" y="245092"/>
                    <a:pt x="1890941" y="263737"/>
                    <a:pt x="1867942" y="263737"/>
                  </a:cubicBezTo>
                  <a:lnTo>
                    <a:pt x="41644" y="263737"/>
                  </a:lnTo>
                  <a:cubicBezTo>
                    <a:pt x="18644" y="263737"/>
                    <a:pt x="0" y="245092"/>
                    <a:pt x="0" y="222093"/>
                  </a:cubicBezTo>
                  <a:lnTo>
                    <a:pt x="0" y="41644"/>
                  </a:lnTo>
                  <a:cubicBezTo>
                    <a:pt x="0" y="18644"/>
                    <a:pt x="18644" y="0"/>
                    <a:pt x="41644" y="0"/>
                  </a:cubicBezTo>
                  <a:close/>
                </a:path>
              </a:pathLst>
            </a:custGeom>
            <a:gradFill rotWithShape="1">
              <a:gsLst>
                <a:gs pos="0">
                  <a:srgbClr val="94D462">
                    <a:alpha val="100000"/>
                  </a:srgbClr>
                </a:gs>
                <a:gs pos="100000">
                  <a:srgbClr val="F1DD76">
                    <a:alpha val="100000"/>
                  </a:srgbClr>
                </a:gs>
              </a:gsLst>
              <a:lin ang="0"/>
            </a:gradFill>
            <a:ln w="38100" cap="rnd">
              <a:solidFill>
                <a:srgbClr val="000000"/>
              </a:solidFill>
              <a:prstDash val="solid"/>
              <a:round/>
            </a:ln>
          </p:spPr>
          <p:txBody>
            <a:bodyPr/>
            <a:lstStyle/>
            <a:p>
              <a:endParaRPr lang="en-US"/>
            </a:p>
          </p:txBody>
        </p:sp>
        <p:sp>
          <p:nvSpPr>
            <p:cNvPr id="9" name="TextBox 9"/>
            <p:cNvSpPr txBox="1"/>
            <p:nvPr/>
          </p:nvSpPr>
          <p:spPr>
            <a:xfrm>
              <a:off x="0" y="-57150"/>
              <a:ext cx="1909585" cy="320887"/>
            </a:xfrm>
            <a:prstGeom prst="rect">
              <a:avLst/>
            </a:prstGeom>
          </p:spPr>
          <p:txBody>
            <a:bodyPr lIns="50800" tIns="50800" rIns="50800" bIns="50800" rtlCol="0" anchor="ctr"/>
            <a:lstStyle/>
            <a:p>
              <a:pPr algn="ctr">
                <a:lnSpc>
                  <a:spcPts val="3919"/>
                </a:lnSpc>
                <a:spcBef>
                  <a:spcPct val="0"/>
                </a:spcBef>
              </a:pPr>
              <a:r>
                <a:rPr lang="en-US" sz="2799" b="1">
                  <a:solidFill>
                    <a:srgbClr val="000000"/>
                  </a:solidFill>
                  <a:latin typeface="Noto Sans Bold"/>
                  <a:ea typeface="Noto Sans Bold"/>
                  <a:cs typeface="Noto Sans Bold"/>
                  <a:sym typeface="Noto Sans Bold"/>
                </a:rPr>
                <a:t>Trường hợp tìm thấy món ăn</a:t>
              </a:r>
            </a:p>
          </p:txBody>
        </p:sp>
      </p:grpSp>
      <p:grpSp>
        <p:nvGrpSpPr>
          <p:cNvPr id="10" name="Group 10"/>
          <p:cNvGrpSpPr/>
          <p:nvPr/>
        </p:nvGrpSpPr>
        <p:grpSpPr>
          <a:xfrm>
            <a:off x="390865" y="7705809"/>
            <a:ext cx="10178967" cy="2332096"/>
            <a:chOff x="0" y="0"/>
            <a:chExt cx="2680880" cy="614215"/>
          </a:xfrm>
        </p:grpSpPr>
        <p:sp>
          <p:nvSpPr>
            <p:cNvPr id="11" name="Freeform 11"/>
            <p:cNvSpPr/>
            <p:nvPr/>
          </p:nvSpPr>
          <p:spPr>
            <a:xfrm>
              <a:off x="0" y="0"/>
              <a:ext cx="2680880" cy="614215"/>
            </a:xfrm>
            <a:custGeom>
              <a:avLst/>
              <a:gdLst/>
              <a:ahLst/>
              <a:cxnLst/>
              <a:rect l="l" t="t" r="r" b="b"/>
              <a:pathLst>
                <a:path w="2680880" h="614215">
                  <a:moveTo>
                    <a:pt x="38790" y="0"/>
                  </a:moveTo>
                  <a:lnTo>
                    <a:pt x="2642091" y="0"/>
                  </a:lnTo>
                  <a:cubicBezTo>
                    <a:pt x="2652378" y="0"/>
                    <a:pt x="2662244" y="4087"/>
                    <a:pt x="2669519" y="11361"/>
                  </a:cubicBezTo>
                  <a:cubicBezTo>
                    <a:pt x="2676793" y="18636"/>
                    <a:pt x="2680880" y="28502"/>
                    <a:pt x="2680880" y="38790"/>
                  </a:cubicBezTo>
                  <a:lnTo>
                    <a:pt x="2680880" y="575425"/>
                  </a:lnTo>
                  <a:cubicBezTo>
                    <a:pt x="2680880" y="596848"/>
                    <a:pt x="2663513" y="614215"/>
                    <a:pt x="2642091" y="614215"/>
                  </a:cubicBezTo>
                  <a:lnTo>
                    <a:pt x="38790" y="614215"/>
                  </a:lnTo>
                  <a:cubicBezTo>
                    <a:pt x="17367" y="614215"/>
                    <a:pt x="0" y="596848"/>
                    <a:pt x="0" y="575425"/>
                  </a:cubicBezTo>
                  <a:lnTo>
                    <a:pt x="0" y="38790"/>
                  </a:lnTo>
                  <a:cubicBezTo>
                    <a:pt x="0" y="17367"/>
                    <a:pt x="17367" y="0"/>
                    <a:pt x="38790" y="0"/>
                  </a:cubicBezTo>
                  <a:close/>
                </a:path>
              </a:pathLst>
            </a:custGeom>
            <a:gradFill rotWithShape="1">
              <a:gsLst>
                <a:gs pos="0">
                  <a:srgbClr val="469ECF">
                    <a:alpha val="100000"/>
                  </a:srgbClr>
                </a:gs>
                <a:gs pos="100000">
                  <a:srgbClr val="86FA5D">
                    <a:alpha val="100000"/>
                  </a:srgbClr>
                </a:gs>
              </a:gsLst>
              <a:path path="circle">
                <a:fillToRect r="100000" b="100000"/>
              </a:path>
              <a:tileRect l="-100000" t="-100000"/>
            </a:gradFill>
            <a:ln w="38100" cap="rnd">
              <a:solidFill>
                <a:srgbClr val="000000"/>
              </a:solidFill>
              <a:prstDash val="solid"/>
              <a:round/>
            </a:ln>
          </p:spPr>
          <p:txBody>
            <a:bodyPr/>
            <a:lstStyle/>
            <a:p>
              <a:endParaRPr lang="en-US"/>
            </a:p>
          </p:txBody>
        </p:sp>
        <p:sp>
          <p:nvSpPr>
            <p:cNvPr id="12" name="TextBox 12"/>
            <p:cNvSpPr txBox="1"/>
            <p:nvPr/>
          </p:nvSpPr>
          <p:spPr>
            <a:xfrm>
              <a:off x="0" y="-38100"/>
              <a:ext cx="2680880" cy="652315"/>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834760" y="276908"/>
            <a:ext cx="15357748" cy="1173398"/>
          </a:xfrm>
          <a:prstGeom prst="rect">
            <a:avLst/>
          </a:prstGeom>
        </p:spPr>
        <p:txBody>
          <a:bodyPr lIns="0" tIns="0" rIns="0" bIns="0" rtlCol="0" anchor="t">
            <a:spAutoFit/>
          </a:bodyPr>
          <a:lstStyle/>
          <a:p>
            <a:pPr algn="ctr">
              <a:lnSpc>
                <a:spcPts val="8999"/>
              </a:lnSpc>
            </a:pPr>
            <a:r>
              <a:rPr lang="en-US" sz="10000" dirty="0">
                <a:solidFill>
                  <a:srgbClr val="000000"/>
                </a:solidFill>
                <a:latin typeface="Lobster" panose="00000500000000000000" pitchFamily="2" charset="-93"/>
                <a:ea typeface="Faustina"/>
                <a:cs typeface="Faustina"/>
                <a:sym typeface="Faustina"/>
              </a:rPr>
              <a:t>Giao </a:t>
            </a:r>
            <a:r>
              <a:rPr lang="en-US" sz="10000" dirty="0" err="1">
                <a:solidFill>
                  <a:srgbClr val="000000"/>
                </a:solidFill>
                <a:latin typeface="Lobster" panose="00000500000000000000" pitchFamily="2" charset="-93"/>
                <a:ea typeface="Faustina"/>
                <a:cs typeface="Faustina"/>
                <a:sym typeface="Faustina"/>
              </a:rPr>
              <a:t>diện</a:t>
            </a:r>
            <a:r>
              <a:rPr lang="en-US" sz="10000" dirty="0">
                <a:solidFill>
                  <a:srgbClr val="000000"/>
                </a:solidFill>
                <a:latin typeface="Lobster" panose="00000500000000000000" pitchFamily="2" charset="-93"/>
                <a:ea typeface="Faustina"/>
                <a:cs typeface="Faustina"/>
                <a:sym typeface="Faustina"/>
              </a:rPr>
              <a:t> </a:t>
            </a:r>
            <a:r>
              <a:rPr lang="en-US" sz="10000" dirty="0" err="1">
                <a:solidFill>
                  <a:srgbClr val="000000"/>
                </a:solidFill>
                <a:latin typeface="Lobster" panose="00000500000000000000" pitchFamily="2" charset="-93"/>
                <a:ea typeface="Faustina"/>
                <a:cs typeface="Faustina"/>
                <a:sym typeface="Faustina"/>
              </a:rPr>
              <a:t>hệ</a:t>
            </a:r>
            <a:r>
              <a:rPr lang="en-US" sz="10000" dirty="0">
                <a:solidFill>
                  <a:srgbClr val="000000"/>
                </a:solidFill>
                <a:latin typeface="Lobster" panose="00000500000000000000" pitchFamily="2" charset="-93"/>
                <a:ea typeface="Faustina"/>
                <a:cs typeface="Faustina"/>
                <a:sym typeface="Faustina"/>
              </a:rPr>
              <a:t> </a:t>
            </a:r>
            <a:r>
              <a:rPr lang="en-US" sz="10000" dirty="0" err="1">
                <a:solidFill>
                  <a:srgbClr val="000000"/>
                </a:solidFill>
                <a:latin typeface="Lobster" panose="00000500000000000000" pitchFamily="2" charset="-93"/>
                <a:ea typeface="Faustina"/>
                <a:cs typeface="Faustina"/>
                <a:sym typeface="Faustina"/>
              </a:rPr>
              <a:t>chuyên</a:t>
            </a:r>
            <a:r>
              <a:rPr lang="en-US" sz="10000" dirty="0">
                <a:solidFill>
                  <a:srgbClr val="000000"/>
                </a:solidFill>
                <a:latin typeface="Lobster" panose="00000500000000000000" pitchFamily="2" charset="-93"/>
                <a:ea typeface="Faustina"/>
                <a:cs typeface="Faustina"/>
                <a:sym typeface="Faustina"/>
              </a:rPr>
              <a:t> </a:t>
            </a:r>
            <a:r>
              <a:rPr lang="en-US" sz="10000" dirty="0" err="1">
                <a:solidFill>
                  <a:srgbClr val="000000"/>
                </a:solidFill>
                <a:latin typeface="Lobster" panose="00000500000000000000" pitchFamily="2" charset="-93"/>
                <a:ea typeface="Faustina"/>
                <a:cs typeface="Faustina"/>
                <a:sym typeface="Faustina"/>
              </a:rPr>
              <a:t>gia</a:t>
            </a:r>
            <a:endParaRPr lang="en-US" sz="10000" dirty="0">
              <a:solidFill>
                <a:srgbClr val="000000"/>
              </a:solidFill>
              <a:latin typeface="Lobster" panose="00000500000000000000" pitchFamily="2" charset="-93"/>
              <a:ea typeface="Faustina"/>
              <a:cs typeface="Faustina"/>
              <a:sym typeface="Faustina"/>
            </a:endParaRPr>
          </a:p>
        </p:txBody>
      </p:sp>
      <p:sp>
        <p:nvSpPr>
          <p:cNvPr id="14" name="TextBox 14"/>
          <p:cNvSpPr txBox="1"/>
          <p:nvPr/>
        </p:nvSpPr>
        <p:spPr>
          <a:xfrm>
            <a:off x="11468865" y="2623509"/>
            <a:ext cx="5907478" cy="2184399"/>
          </a:xfrm>
          <a:prstGeom prst="rect">
            <a:avLst/>
          </a:prstGeom>
        </p:spPr>
        <p:txBody>
          <a:bodyPr lIns="0" tIns="0" rIns="0" bIns="0" rtlCol="0" anchor="t">
            <a:spAutoFit/>
          </a:bodyPr>
          <a:lstStyle/>
          <a:p>
            <a:pPr algn="l">
              <a:lnSpc>
                <a:spcPts val="3500"/>
              </a:lnSpc>
            </a:pPr>
            <a:r>
              <a:rPr lang="en-US" sz="2500">
                <a:solidFill>
                  <a:srgbClr val="000000"/>
                </a:solidFill>
                <a:latin typeface="Noto Sans"/>
                <a:ea typeface="Noto Sans"/>
                <a:cs typeface="Noto Sans"/>
                <a:sym typeface="Noto Sans"/>
              </a:rPr>
              <a:t> </a:t>
            </a:r>
            <a:r>
              <a:rPr lang="en-US" sz="2500" b="1">
                <a:solidFill>
                  <a:srgbClr val="000000"/>
                </a:solidFill>
                <a:latin typeface="Noto Sans Bold"/>
                <a:ea typeface="Noto Sans Bold"/>
                <a:cs typeface="Noto Sans Bold"/>
                <a:sym typeface="Noto Sans Bold"/>
              </a:rPr>
              <a:t>  **Bên trái giao diện gồm:</a:t>
            </a:r>
          </a:p>
          <a:p>
            <a:pPr marL="539754" lvl="1" indent="-269877" algn="l">
              <a:lnSpc>
                <a:spcPts val="3500"/>
              </a:lnSpc>
              <a:buFont typeface="Arial"/>
              <a:buChar char="•"/>
            </a:pPr>
            <a:r>
              <a:rPr lang="en-US" sz="2500">
                <a:solidFill>
                  <a:srgbClr val="000000"/>
                </a:solidFill>
                <a:latin typeface="Noto Sans"/>
                <a:ea typeface="Noto Sans"/>
                <a:cs typeface="Noto Sans"/>
                <a:sym typeface="Noto Sans"/>
              </a:rPr>
              <a:t>Có hình ảnh minh họa cho món ăn sẽ được đặt bên trái giao diện </a:t>
            </a:r>
          </a:p>
          <a:p>
            <a:pPr marL="539754" lvl="1" indent="-269877" algn="l">
              <a:lnSpc>
                <a:spcPts val="3500"/>
              </a:lnSpc>
              <a:buFont typeface="Arial"/>
              <a:buChar char="•"/>
            </a:pPr>
            <a:r>
              <a:rPr lang="en-US" sz="2500">
                <a:solidFill>
                  <a:srgbClr val="000000"/>
                </a:solidFill>
                <a:latin typeface="Noto Sans"/>
                <a:ea typeface="Noto Sans"/>
                <a:cs typeface="Noto Sans"/>
                <a:sym typeface="Noto Sans"/>
              </a:rPr>
              <a:t>Kèm theo tên món ăn ở dưới hình ảnh.</a:t>
            </a:r>
          </a:p>
        </p:txBody>
      </p:sp>
      <p:sp>
        <p:nvSpPr>
          <p:cNvPr id="15" name="TextBox 15"/>
          <p:cNvSpPr txBox="1"/>
          <p:nvPr/>
        </p:nvSpPr>
        <p:spPr>
          <a:xfrm>
            <a:off x="11468865" y="4891029"/>
            <a:ext cx="5907478" cy="4813299"/>
          </a:xfrm>
          <a:prstGeom prst="rect">
            <a:avLst/>
          </a:prstGeom>
        </p:spPr>
        <p:txBody>
          <a:bodyPr lIns="0" tIns="0" rIns="0" bIns="0" rtlCol="0" anchor="t">
            <a:spAutoFit/>
          </a:bodyPr>
          <a:lstStyle/>
          <a:p>
            <a:pPr algn="l">
              <a:lnSpc>
                <a:spcPts val="3500"/>
              </a:lnSpc>
            </a:pPr>
            <a:r>
              <a:rPr lang="en-US" sz="2500" b="1">
                <a:solidFill>
                  <a:srgbClr val="000000"/>
                </a:solidFill>
                <a:latin typeface="Noto Sans Bold"/>
                <a:ea typeface="Noto Sans Bold"/>
                <a:cs typeface="Noto Sans Bold"/>
                <a:sym typeface="Noto Sans Bold"/>
              </a:rPr>
              <a:t>   **Bên phải giao diện gồm:</a:t>
            </a:r>
          </a:p>
          <a:p>
            <a:pPr marL="539754" lvl="1" indent="-269877" algn="l">
              <a:lnSpc>
                <a:spcPts val="3500"/>
              </a:lnSpc>
              <a:buFont typeface="Arial"/>
              <a:buChar char="•"/>
            </a:pPr>
            <a:r>
              <a:rPr lang="en-US" sz="2500">
                <a:solidFill>
                  <a:srgbClr val="000000"/>
                </a:solidFill>
                <a:latin typeface="Noto Sans"/>
                <a:ea typeface="Noto Sans"/>
                <a:cs typeface="Noto Sans"/>
                <a:sym typeface="Noto Sans"/>
              </a:rPr>
              <a:t>Góc nhìn hệ chuyên gia (mô tả món ăn).</a:t>
            </a:r>
          </a:p>
          <a:p>
            <a:pPr marL="539754" lvl="1" indent="-269877" algn="l">
              <a:lnSpc>
                <a:spcPts val="3500"/>
              </a:lnSpc>
              <a:buFont typeface="Arial"/>
              <a:buChar char="•"/>
            </a:pPr>
            <a:r>
              <a:rPr lang="en-US" sz="2500">
                <a:solidFill>
                  <a:srgbClr val="000000"/>
                </a:solidFill>
                <a:latin typeface="Noto Sans"/>
                <a:ea typeface="Noto Sans"/>
                <a:cs typeface="Noto Sans"/>
                <a:sym typeface="Noto Sans"/>
              </a:rPr>
              <a:t>Lộ trình suy luận chuyên gia (tập luật).</a:t>
            </a:r>
          </a:p>
          <a:p>
            <a:pPr marL="539754" lvl="1" indent="-269877" algn="l">
              <a:lnSpc>
                <a:spcPts val="3500"/>
              </a:lnSpc>
              <a:buFont typeface="Arial"/>
              <a:buChar char="•"/>
            </a:pPr>
            <a:r>
              <a:rPr lang="en-US" sz="2500">
                <a:solidFill>
                  <a:srgbClr val="000000"/>
                </a:solidFill>
                <a:latin typeface="Noto Sans"/>
                <a:ea typeface="Noto Sans"/>
                <a:cs typeface="Noto Sans"/>
                <a:sym typeface="Noto Sans"/>
              </a:rPr>
              <a:t>Tại sao món này khớp với tìm kiếm của bạn?</a:t>
            </a:r>
          </a:p>
          <a:p>
            <a:pPr marL="539754" lvl="1" indent="-269877" algn="l">
              <a:lnSpc>
                <a:spcPts val="3500"/>
              </a:lnSpc>
              <a:buFont typeface="Arial"/>
              <a:buChar char="•"/>
            </a:pPr>
            <a:r>
              <a:rPr lang="en-US" sz="2500">
                <a:solidFill>
                  <a:srgbClr val="000000"/>
                </a:solidFill>
                <a:latin typeface="Noto Sans"/>
                <a:ea typeface="Noto Sans"/>
                <a:cs typeface="Noto Sans"/>
                <a:sym typeface="Noto Sans"/>
              </a:rPr>
              <a:t>Đồng thời có xuất hiện thêm 2 nút là:</a:t>
            </a:r>
          </a:p>
          <a:p>
            <a:pPr algn="l">
              <a:lnSpc>
                <a:spcPts val="3500"/>
              </a:lnSpc>
            </a:pPr>
            <a:r>
              <a:rPr lang="en-US" sz="2500">
                <a:solidFill>
                  <a:srgbClr val="000000"/>
                </a:solidFill>
                <a:latin typeface="Noto Sans"/>
                <a:ea typeface="Noto Sans"/>
                <a:cs typeface="Noto Sans"/>
                <a:sym typeface="Noto Sans"/>
              </a:rPr>
              <a:t>           + Xem địa chỉ quán.</a:t>
            </a:r>
          </a:p>
          <a:p>
            <a:pPr algn="l">
              <a:lnSpc>
                <a:spcPts val="3500"/>
              </a:lnSpc>
            </a:pPr>
            <a:r>
              <a:rPr lang="en-US" sz="2500">
                <a:solidFill>
                  <a:srgbClr val="000000"/>
                </a:solidFill>
                <a:latin typeface="Noto Sans"/>
                <a:ea typeface="Noto Sans"/>
                <a:cs typeface="Noto Sans"/>
                <a:sym typeface="Noto Sans"/>
              </a:rPr>
              <a:t>           + Chia sẻ.</a:t>
            </a:r>
          </a:p>
        </p:txBody>
      </p:sp>
      <p:sp>
        <p:nvSpPr>
          <p:cNvPr id="16" name="TextBox 16"/>
          <p:cNvSpPr txBox="1"/>
          <p:nvPr/>
        </p:nvSpPr>
        <p:spPr>
          <a:xfrm>
            <a:off x="544417" y="7705809"/>
            <a:ext cx="3445669" cy="431799"/>
          </a:xfrm>
          <a:prstGeom prst="rect">
            <a:avLst/>
          </a:prstGeom>
        </p:spPr>
        <p:txBody>
          <a:bodyPr lIns="0" tIns="0" rIns="0" bIns="0" rtlCol="0" anchor="t">
            <a:spAutoFit/>
          </a:bodyPr>
          <a:lstStyle/>
          <a:p>
            <a:pPr marL="539754" lvl="1" indent="-269877" algn="ctr">
              <a:lnSpc>
                <a:spcPts val="3500"/>
              </a:lnSpc>
              <a:buFont typeface="Arial"/>
              <a:buChar char="•"/>
            </a:pPr>
            <a:r>
              <a:rPr lang="en-US" sz="2500" dirty="0" err="1">
                <a:solidFill>
                  <a:srgbClr val="000000"/>
                </a:solidFill>
                <a:latin typeface="Noto Sans"/>
                <a:ea typeface="Noto Sans"/>
                <a:cs typeface="Noto Sans"/>
                <a:sym typeface="Noto Sans"/>
              </a:rPr>
              <a:t>Còn</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có</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thêm</a:t>
            </a:r>
            <a:r>
              <a:rPr lang="en-US" sz="2500" dirty="0">
                <a:solidFill>
                  <a:srgbClr val="000000"/>
                </a:solidFill>
                <a:latin typeface="Noto Sans"/>
                <a:ea typeface="Noto Sans"/>
                <a:cs typeface="Noto Sans"/>
                <a:sym typeface="Noto Sans"/>
              </a:rPr>
              <a:t> 2 </a:t>
            </a:r>
            <a:r>
              <a:rPr lang="en-US" sz="2500" dirty="0" err="1">
                <a:solidFill>
                  <a:srgbClr val="000000"/>
                </a:solidFill>
                <a:latin typeface="Noto Sans"/>
                <a:ea typeface="Noto Sans"/>
                <a:cs typeface="Noto Sans"/>
                <a:sym typeface="Noto Sans"/>
              </a:rPr>
              <a:t>nút</a:t>
            </a:r>
            <a:r>
              <a:rPr lang="en-US" sz="2500" dirty="0">
                <a:solidFill>
                  <a:srgbClr val="000000"/>
                </a:solidFill>
                <a:latin typeface="Noto Sans"/>
                <a:ea typeface="Noto Sans"/>
                <a:cs typeface="Noto Sans"/>
                <a:sym typeface="Noto Sans"/>
              </a:rPr>
              <a:t>: </a:t>
            </a:r>
          </a:p>
        </p:txBody>
      </p:sp>
      <p:sp>
        <p:nvSpPr>
          <p:cNvPr id="17" name="TextBox 17"/>
          <p:cNvSpPr txBox="1"/>
          <p:nvPr/>
        </p:nvSpPr>
        <p:spPr>
          <a:xfrm>
            <a:off x="856837" y="8270094"/>
            <a:ext cx="8863030" cy="869949"/>
          </a:xfrm>
          <a:prstGeom prst="rect">
            <a:avLst/>
          </a:prstGeom>
        </p:spPr>
        <p:txBody>
          <a:bodyPr lIns="0" tIns="0" rIns="0" bIns="0" rtlCol="0" anchor="t">
            <a:spAutoFit/>
          </a:bodyPr>
          <a:lstStyle/>
          <a:p>
            <a:pPr algn="l">
              <a:lnSpc>
                <a:spcPts val="3500"/>
              </a:lnSpc>
            </a:pPr>
            <a:r>
              <a:rPr lang="en-US" sz="2500">
                <a:solidFill>
                  <a:srgbClr val="000000"/>
                </a:solidFill>
                <a:latin typeface="Noto Sans"/>
                <a:ea typeface="Noto Sans"/>
                <a:cs typeface="Noto Sans"/>
                <a:sym typeface="Noto Sans"/>
              </a:rPr>
              <a:t>+ Nút “TÌM KIẾM LẠI”: Giúp người dùng quay lại giao diện tìm kiếm để thực hiện thay đổi hoặc tìm kiếm món ăn khác.</a:t>
            </a:r>
          </a:p>
        </p:txBody>
      </p:sp>
      <p:sp>
        <p:nvSpPr>
          <p:cNvPr id="18" name="TextBox 18"/>
          <p:cNvSpPr txBox="1"/>
          <p:nvPr/>
        </p:nvSpPr>
        <p:spPr>
          <a:xfrm>
            <a:off x="856837" y="9272529"/>
            <a:ext cx="8863030" cy="431799"/>
          </a:xfrm>
          <a:prstGeom prst="rect">
            <a:avLst/>
          </a:prstGeom>
        </p:spPr>
        <p:txBody>
          <a:bodyPr lIns="0" tIns="0" rIns="0" bIns="0" rtlCol="0" anchor="t">
            <a:spAutoFit/>
          </a:bodyPr>
          <a:lstStyle/>
          <a:p>
            <a:pPr algn="l">
              <a:lnSpc>
                <a:spcPts val="3500"/>
              </a:lnSpc>
            </a:pPr>
            <a:r>
              <a:rPr lang="en-US" sz="2500">
                <a:solidFill>
                  <a:srgbClr val="000000"/>
                </a:solidFill>
                <a:latin typeface="Noto Sans"/>
                <a:ea typeface="Noto Sans"/>
                <a:cs typeface="Noto Sans"/>
                <a:sym typeface="Noto Sans"/>
              </a:rPr>
              <a:t>+ Nút “ THOÁT” : Giúp người dùng thoát giao diện tư vấn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42"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1000"/>
                                        <p:tgtEl>
                                          <p:spTgt spid="15"/>
                                        </p:tgtEl>
                                      </p:cBhvr>
                                    </p:animEffect>
                                    <p:anim calcmode="lin" valueType="num">
                                      <p:cBhvr>
                                        <p:cTn id="23" dur="1000" fill="hold"/>
                                        <p:tgtEl>
                                          <p:spTgt spid="15"/>
                                        </p:tgtEl>
                                        <p:attrNameLst>
                                          <p:attrName>ppt_x</p:attrName>
                                        </p:attrNameLst>
                                      </p:cBhvr>
                                      <p:tavLst>
                                        <p:tav tm="0">
                                          <p:val>
                                            <p:strVal val="#ppt_x"/>
                                          </p:val>
                                        </p:tav>
                                        <p:tav tm="100000">
                                          <p:val>
                                            <p:strVal val="#ppt_x"/>
                                          </p:val>
                                        </p:tav>
                                      </p:tavLst>
                                    </p:anim>
                                    <p:anim calcmode="lin" valueType="num">
                                      <p:cBhvr>
                                        <p:cTn id="24" dur="1000" fill="hold"/>
                                        <p:tgtEl>
                                          <p:spTgt spid="1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anim calcmode="lin" valueType="num">
                                      <p:cBhvr>
                                        <p:cTn id="28" dur="1000" fill="hold"/>
                                        <p:tgtEl>
                                          <p:spTgt spid="4"/>
                                        </p:tgtEl>
                                        <p:attrNameLst>
                                          <p:attrName>ppt_x</p:attrName>
                                        </p:attrNameLst>
                                      </p:cBhvr>
                                      <p:tavLst>
                                        <p:tav tm="0">
                                          <p:val>
                                            <p:strVal val="#ppt_x"/>
                                          </p:val>
                                        </p:tav>
                                        <p:tav tm="100000">
                                          <p:val>
                                            <p:strVal val="#ppt_x"/>
                                          </p:val>
                                        </p:tav>
                                      </p:tavLst>
                                    </p:anim>
                                    <p:anim calcmode="lin" valueType="num">
                                      <p:cBhvr>
                                        <p:cTn id="29" dur="1000" fill="hold"/>
                                        <p:tgtEl>
                                          <p:spTgt spid="4"/>
                                        </p:tgtEl>
                                        <p:attrNameLst>
                                          <p:attrName>ppt_y</p:attrName>
                                        </p:attrNameLst>
                                      </p:cBhvr>
                                      <p:tavLst>
                                        <p:tav tm="0">
                                          <p:val>
                                            <p:strVal val="#ppt_y+.1"/>
                                          </p:val>
                                        </p:tav>
                                        <p:tav tm="100000">
                                          <p:val>
                                            <p:strVal val="#ppt_y"/>
                                          </p:val>
                                        </p:tav>
                                      </p:tavLst>
                                    </p:anim>
                                  </p:childTnLst>
                                </p:cTn>
                              </p:par>
                            </p:childTnLst>
                          </p:cTn>
                        </p:par>
                        <p:par>
                          <p:cTn id="30" fill="hold">
                            <p:stCondLst>
                              <p:cond delay="2000"/>
                            </p:stCondLst>
                            <p:childTnLst>
                              <p:par>
                                <p:cTn id="31" presetID="42" presetClass="entr" presetSubtype="0" fill="hold" nodeType="after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1000"/>
                                        <p:tgtEl>
                                          <p:spTgt spid="10"/>
                                        </p:tgtEl>
                                      </p:cBhvr>
                                    </p:animEffect>
                                    <p:anim calcmode="lin" valueType="num">
                                      <p:cBhvr>
                                        <p:cTn id="34" dur="1000" fill="hold"/>
                                        <p:tgtEl>
                                          <p:spTgt spid="10"/>
                                        </p:tgtEl>
                                        <p:attrNameLst>
                                          <p:attrName>ppt_x</p:attrName>
                                        </p:attrNameLst>
                                      </p:cBhvr>
                                      <p:tavLst>
                                        <p:tav tm="0">
                                          <p:val>
                                            <p:strVal val="#ppt_x"/>
                                          </p:val>
                                        </p:tav>
                                        <p:tav tm="100000">
                                          <p:val>
                                            <p:strVal val="#ppt_x"/>
                                          </p:val>
                                        </p:tav>
                                      </p:tavLst>
                                    </p:anim>
                                    <p:anim calcmode="lin" valueType="num">
                                      <p:cBhvr>
                                        <p:cTn id="35" dur="1000" fill="hold"/>
                                        <p:tgtEl>
                                          <p:spTgt spid="10"/>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1000"/>
                                        <p:tgtEl>
                                          <p:spTgt spid="17"/>
                                        </p:tgtEl>
                                      </p:cBhvr>
                                    </p:animEffect>
                                    <p:anim calcmode="lin" valueType="num">
                                      <p:cBhvr>
                                        <p:cTn id="39" dur="1000" fill="hold"/>
                                        <p:tgtEl>
                                          <p:spTgt spid="17"/>
                                        </p:tgtEl>
                                        <p:attrNameLst>
                                          <p:attrName>ppt_x</p:attrName>
                                        </p:attrNameLst>
                                      </p:cBhvr>
                                      <p:tavLst>
                                        <p:tav tm="0">
                                          <p:val>
                                            <p:strVal val="#ppt_x"/>
                                          </p:val>
                                        </p:tav>
                                        <p:tav tm="100000">
                                          <p:val>
                                            <p:strVal val="#ppt_x"/>
                                          </p:val>
                                        </p:tav>
                                      </p:tavLst>
                                    </p:anim>
                                    <p:anim calcmode="lin" valueType="num">
                                      <p:cBhvr>
                                        <p:cTn id="40" dur="1000" fill="hold"/>
                                        <p:tgtEl>
                                          <p:spTgt spid="17"/>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1000"/>
                                        <p:tgtEl>
                                          <p:spTgt spid="16"/>
                                        </p:tgtEl>
                                      </p:cBhvr>
                                    </p:animEffect>
                                    <p:anim calcmode="lin" valueType="num">
                                      <p:cBhvr>
                                        <p:cTn id="44" dur="1000" fill="hold"/>
                                        <p:tgtEl>
                                          <p:spTgt spid="16"/>
                                        </p:tgtEl>
                                        <p:attrNameLst>
                                          <p:attrName>ppt_x</p:attrName>
                                        </p:attrNameLst>
                                      </p:cBhvr>
                                      <p:tavLst>
                                        <p:tav tm="0">
                                          <p:val>
                                            <p:strVal val="#ppt_x"/>
                                          </p:val>
                                        </p:tav>
                                        <p:tav tm="100000">
                                          <p:val>
                                            <p:strVal val="#ppt_x"/>
                                          </p:val>
                                        </p:tav>
                                      </p:tavLst>
                                    </p:anim>
                                    <p:anim calcmode="lin" valueType="num">
                                      <p:cBhvr>
                                        <p:cTn id="45" dur="1000" fill="hold"/>
                                        <p:tgtEl>
                                          <p:spTgt spid="16"/>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1000"/>
                                        <p:tgtEl>
                                          <p:spTgt spid="18"/>
                                        </p:tgtEl>
                                      </p:cBhvr>
                                    </p:animEffect>
                                    <p:anim calcmode="lin" valueType="num">
                                      <p:cBhvr>
                                        <p:cTn id="49" dur="1000" fill="hold"/>
                                        <p:tgtEl>
                                          <p:spTgt spid="18"/>
                                        </p:tgtEl>
                                        <p:attrNameLst>
                                          <p:attrName>ppt_x</p:attrName>
                                        </p:attrNameLst>
                                      </p:cBhvr>
                                      <p:tavLst>
                                        <p:tav tm="0">
                                          <p:val>
                                            <p:strVal val="#ppt_x"/>
                                          </p:val>
                                        </p:tav>
                                        <p:tav tm="100000">
                                          <p:val>
                                            <p:strVal val="#ppt_x"/>
                                          </p:val>
                                        </p:tav>
                                      </p:tavLst>
                                    </p:anim>
                                    <p:anim calcmode="lin" valueType="num">
                                      <p:cBhvr>
                                        <p:cTn id="5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p:bldP spid="15" grpId="0"/>
      <p:bldP spid="16" grpId="0"/>
      <p:bldP spid="17"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2FFC8"/>
        </a:solidFill>
        <a:effectLst/>
      </p:bgPr>
    </p:bg>
    <p:spTree>
      <p:nvGrpSpPr>
        <p:cNvPr id="1" name=""/>
        <p:cNvGrpSpPr/>
        <p:nvPr/>
      </p:nvGrpSpPr>
      <p:grpSpPr>
        <a:xfrm>
          <a:off x="0" y="0"/>
          <a:ext cx="0" cy="0"/>
          <a:chOff x="0" y="0"/>
          <a:chExt cx="0" cy="0"/>
        </a:xfrm>
      </p:grpSpPr>
      <p:sp>
        <p:nvSpPr>
          <p:cNvPr id="2" name="Freeform 2"/>
          <p:cNvSpPr/>
          <p:nvPr/>
        </p:nvSpPr>
        <p:spPr>
          <a:xfrm>
            <a:off x="0" y="2319935"/>
            <a:ext cx="10571762" cy="6290199"/>
          </a:xfrm>
          <a:custGeom>
            <a:avLst/>
            <a:gdLst/>
            <a:ahLst/>
            <a:cxnLst/>
            <a:rect l="l" t="t" r="r" b="b"/>
            <a:pathLst>
              <a:path w="10571762" h="6290199">
                <a:moveTo>
                  <a:pt x="0" y="0"/>
                </a:moveTo>
                <a:lnTo>
                  <a:pt x="10571762" y="0"/>
                </a:lnTo>
                <a:lnTo>
                  <a:pt x="10571762" y="6290198"/>
                </a:lnTo>
                <a:lnTo>
                  <a:pt x="0" y="6290198"/>
                </a:lnTo>
                <a:lnTo>
                  <a:pt x="0" y="0"/>
                </a:lnTo>
                <a:close/>
              </a:path>
            </a:pathLst>
          </a:custGeom>
          <a:blipFill>
            <a:blip r:embed="rId2"/>
            <a:stretch>
              <a:fillRect/>
            </a:stretch>
          </a:blipFill>
        </p:spPr>
        <p:txBody>
          <a:bodyPr/>
          <a:lstStyle/>
          <a:p>
            <a:endParaRPr lang="en-US"/>
          </a:p>
        </p:txBody>
      </p:sp>
      <p:sp>
        <p:nvSpPr>
          <p:cNvPr id="3" name="AutoShape 3"/>
          <p:cNvSpPr/>
          <p:nvPr/>
        </p:nvSpPr>
        <p:spPr>
          <a:xfrm>
            <a:off x="0" y="-3210157"/>
            <a:ext cx="18288000" cy="5192097"/>
          </a:xfrm>
          <a:prstGeom prst="rect">
            <a:avLst/>
          </a:prstGeom>
          <a:gradFill rotWithShape="1">
            <a:gsLst>
              <a:gs pos="0">
                <a:srgbClr val="469ECF">
                  <a:alpha val="100000"/>
                </a:srgbClr>
              </a:gs>
              <a:gs pos="100000">
                <a:srgbClr val="86FA5D">
                  <a:alpha val="100000"/>
                </a:srgbClr>
              </a:gs>
            </a:gsLst>
            <a:path path="circle">
              <a:fillToRect r="100000" b="100000"/>
            </a:path>
            <a:tileRect l="-100000" t="-100000"/>
          </a:gradFill>
        </p:spPr>
        <p:txBody>
          <a:bodyPr/>
          <a:lstStyle/>
          <a:p>
            <a:endParaRPr lang="en-US"/>
          </a:p>
        </p:txBody>
      </p:sp>
      <p:sp>
        <p:nvSpPr>
          <p:cNvPr id="5" name="TextBox 5"/>
          <p:cNvSpPr txBox="1"/>
          <p:nvPr/>
        </p:nvSpPr>
        <p:spPr>
          <a:xfrm>
            <a:off x="1318980" y="110410"/>
            <a:ext cx="15357748" cy="1514475"/>
          </a:xfrm>
          <a:prstGeom prst="rect">
            <a:avLst/>
          </a:prstGeom>
        </p:spPr>
        <p:txBody>
          <a:bodyPr lIns="0" tIns="0" rIns="0" bIns="0" rtlCol="0" anchor="t">
            <a:spAutoFit/>
          </a:bodyPr>
          <a:lstStyle/>
          <a:p>
            <a:pPr algn="ctr">
              <a:lnSpc>
                <a:spcPts val="11999"/>
              </a:lnSpc>
            </a:pPr>
            <a:r>
              <a:rPr lang="en-US" sz="9999" dirty="0">
                <a:solidFill>
                  <a:srgbClr val="000000"/>
                </a:solidFill>
                <a:latin typeface="Lobster"/>
                <a:ea typeface="Lobster"/>
                <a:cs typeface="Lobster"/>
                <a:sym typeface="Lobster"/>
              </a:rPr>
              <a:t>Giao </a:t>
            </a:r>
            <a:r>
              <a:rPr lang="en-US" sz="9999" dirty="0" err="1">
                <a:solidFill>
                  <a:srgbClr val="000000"/>
                </a:solidFill>
                <a:latin typeface="Lobster"/>
                <a:ea typeface="Lobster"/>
                <a:cs typeface="Lobster"/>
                <a:sym typeface="Lobster"/>
              </a:rPr>
              <a:t>diện</a:t>
            </a:r>
            <a:r>
              <a:rPr lang="en-US" sz="9999" dirty="0">
                <a:solidFill>
                  <a:srgbClr val="000000"/>
                </a:solidFill>
                <a:latin typeface="Lobster"/>
                <a:ea typeface="Lobster"/>
                <a:cs typeface="Lobster"/>
                <a:sym typeface="Lobster"/>
              </a:rPr>
              <a:t> </a:t>
            </a:r>
            <a:r>
              <a:rPr lang="en-US" sz="9999" dirty="0" err="1">
                <a:solidFill>
                  <a:srgbClr val="000000"/>
                </a:solidFill>
                <a:latin typeface="Lobster"/>
                <a:ea typeface="Lobster"/>
                <a:cs typeface="Lobster"/>
                <a:sym typeface="Lobster"/>
              </a:rPr>
              <a:t>hệ</a:t>
            </a:r>
            <a:r>
              <a:rPr lang="en-US" sz="9999" dirty="0">
                <a:solidFill>
                  <a:srgbClr val="000000"/>
                </a:solidFill>
                <a:latin typeface="Lobster"/>
                <a:ea typeface="Lobster"/>
                <a:cs typeface="Lobster"/>
                <a:sym typeface="Lobster"/>
              </a:rPr>
              <a:t> </a:t>
            </a:r>
            <a:r>
              <a:rPr lang="en-US" sz="9999" dirty="0" err="1">
                <a:solidFill>
                  <a:srgbClr val="000000"/>
                </a:solidFill>
                <a:latin typeface="Lobster"/>
                <a:ea typeface="Lobster"/>
                <a:cs typeface="Lobster"/>
                <a:sym typeface="Lobster"/>
              </a:rPr>
              <a:t>chuyên</a:t>
            </a:r>
            <a:r>
              <a:rPr lang="en-US" sz="9999" dirty="0">
                <a:solidFill>
                  <a:srgbClr val="000000"/>
                </a:solidFill>
                <a:latin typeface="Lobster"/>
                <a:ea typeface="Lobster"/>
                <a:cs typeface="Lobster"/>
                <a:sym typeface="Lobster"/>
              </a:rPr>
              <a:t> </a:t>
            </a:r>
            <a:r>
              <a:rPr lang="en-US" sz="9999" dirty="0" err="1">
                <a:solidFill>
                  <a:srgbClr val="000000"/>
                </a:solidFill>
                <a:latin typeface="Lobster"/>
                <a:ea typeface="Lobster"/>
                <a:cs typeface="Lobster"/>
                <a:sym typeface="Lobster"/>
              </a:rPr>
              <a:t>gia</a:t>
            </a:r>
            <a:endParaRPr lang="en-US" sz="9999" dirty="0">
              <a:solidFill>
                <a:srgbClr val="000000"/>
              </a:solidFill>
              <a:latin typeface="Lobster"/>
              <a:ea typeface="Lobster"/>
              <a:cs typeface="Lobster"/>
              <a:sym typeface="Lobster"/>
            </a:endParaRPr>
          </a:p>
        </p:txBody>
      </p:sp>
      <p:grpSp>
        <p:nvGrpSpPr>
          <p:cNvPr id="6" name="Group 6"/>
          <p:cNvGrpSpPr/>
          <p:nvPr/>
        </p:nvGrpSpPr>
        <p:grpSpPr>
          <a:xfrm>
            <a:off x="10628881" y="2085213"/>
            <a:ext cx="8700017" cy="8002889"/>
            <a:chOff x="-331409" y="-38100"/>
            <a:chExt cx="2291362" cy="2107757"/>
          </a:xfrm>
        </p:grpSpPr>
        <p:sp>
          <p:nvSpPr>
            <p:cNvPr id="7" name="Freeform 7"/>
            <p:cNvSpPr/>
            <p:nvPr/>
          </p:nvSpPr>
          <p:spPr>
            <a:xfrm>
              <a:off x="-331409" y="-19050"/>
              <a:ext cx="1959953" cy="2069657"/>
            </a:xfrm>
            <a:custGeom>
              <a:avLst/>
              <a:gdLst/>
              <a:ahLst/>
              <a:cxnLst/>
              <a:rect l="l" t="t" r="r" b="b"/>
              <a:pathLst>
                <a:path w="1959953" h="2069657">
                  <a:moveTo>
                    <a:pt x="53058" y="0"/>
                  </a:moveTo>
                  <a:lnTo>
                    <a:pt x="1906896" y="0"/>
                  </a:lnTo>
                  <a:cubicBezTo>
                    <a:pt x="1920968" y="0"/>
                    <a:pt x="1934463" y="5590"/>
                    <a:pt x="1944413" y="15540"/>
                  </a:cubicBezTo>
                  <a:cubicBezTo>
                    <a:pt x="1954363" y="25490"/>
                    <a:pt x="1959953" y="38986"/>
                    <a:pt x="1959953" y="53058"/>
                  </a:cubicBezTo>
                  <a:lnTo>
                    <a:pt x="1959953" y="2016599"/>
                  </a:lnTo>
                  <a:cubicBezTo>
                    <a:pt x="1959953" y="2045902"/>
                    <a:pt x="1936199" y="2069657"/>
                    <a:pt x="1906896" y="2069657"/>
                  </a:cubicBezTo>
                  <a:lnTo>
                    <a:pt x="53058" y="2069657"/>
                  </a:lnTo>
                  <a:cubicBezTo>
                    <a:pt x="23755" y="2069657"/>
                    <a:pt x="0" y="2045902"/>
                    <a:pt x="0" y="2016599"/>
                  </a:cubicBezTo>
                  <a:lnTo>
                    <a:pt x="0" y="53058"/>
                  </a:lnTo>
                  <a:cubicBezTo>
                    <a:pt x="0" y="23755"/>
                    <a:pt x="23755" y="0"/>
                    <a:pt x="53058" y="0"/>
                  </a:cubicBezTo>
                  <a:close/>
                </a:path>
              </a:pathLst>
            </a:custGeom>
            <a:gradFill rotWithShape="1">
              <a:gsLst>
                <a:gs pos="0">
                  <a:srgbClr val="94D462">
                    <a:alpha val="100000"/>
                  </a:srgbClr>
                </a:gs>
                <a:gs pos="100000">
                  <a:srgbClr val="F1DD76">
                    <a:alpha val="100000"/>
                  </a:srgbClr>
                </a:gs>
              </a:gsLst>
              <a:lin ang="0"/>
            </a:gradFill>
            <a:ln w="38100" cap="rnd">
              <a:solidFill>
                <a:srgbClr val="000000"/>
              </a:solidFill>
              <a:prstDash val="solid"/>
              <a:round/>
            </a:ln>
          </p:spPr>
          <p:txBody>
            <a:bodyPr/>
            <a:lstStyle/>
            <a:p>
              <a:endParaRPr lang="en-US" dirty="0"/>
            </a:p>
          </p:txBody>
        </p:sp>
        <p:sp>
          <p:nvSpPr>
            <p:cNvPr id="8" name="TextBox 8"/>
            <p:cNvSpPr txBox="1"/>
            <p:nvPr/>
          </p:nvSpPr>
          <p:spPr>
            <a:xfrm>
              <a:off x="0" y="-38100"/>
              <a:ext cx="1959953" cy="2107757"/>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10980134" y="3248828"/>
            <a:ext cx="6739195" cy="6390005"/>
          </a:xfrm>
          <a:prstGeom prst="rect">
            <a:avLst/>
          </a:prstGeom>
        </p:spPr>
        <p:txBody>
          <a:bodyPr lIns="0" tIns="0" rIns="0" bIns="0" rtlCol="0" anchor="t">
            <a:spAutoFit/>
          </a:bodyPr>
          <a:lstStyle/>
          <a:p>
            <a:pPr algn="just">
              <a:lnSpc>
                <a:spcPts val="3219"/>
              </a:lnSpc>
              <a:spcBef>
                <a:spcPct val="0"/>
              </a:spcBef>
            </a:pPr>
            <a:r>
              <a:rPr lang="en-US" sz="2299" dirty="0" err="1">
                <a:solidFill>
                  <a:srgbClr val="000000"/>
                </a:solidFill>
                <a:latin typeface="Noto Sans"/>
                <a:ea typeface="Noto Sans"/>
                <a:cs typeface="Noto Sans"/>
                <a:sym typeface="Noto Sans"/>
              </a:rPr>
              <a:t>Người</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dùng</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nhấn</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nút</a:t>
            </a:r>
            <a:r>
              <a:rPr lang="en-US" sz="2299" dirty="0">
                <a:solidFill>
                  <a:srgbClr val="000000"/>
                </a:solidFill>
                <a:latin typeface="Noto Sans"/>
                <a:ea typeface="Noto Sans"/>
                <a:cs typeface="Noto Sans"/>
                <a:sym typeface="Noto Sans"/>
              </a:rPr>
              <a:t> "XEM GỢI Ý MÓN ĂN" </a:t>
            </a:r>
            <a:r>
              <a:rPr lang="en-US" sz="2299" dirty="0" err="1">
                <a:solidFill>
                  <a:srgbClr val="000000"/>
                </a:solidFill>
                <a:latin typeface="Noto Sans"/>
                <a:ea typeface="Noto Sans"/>
                <a:cs typeface="Noto Sans"/>
                <a:sym typeface="Noto Sans"/>
              </a:rPr>
              <a:t>khi</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chưa</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chọn</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đủ</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các</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tiêu</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chí</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bắt</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buộc</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chẳng</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hạn</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như</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tỉnh</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mùa</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loại</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món</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nguyên</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liệu</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chính</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nguyên</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liệu</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phụ</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hoặc</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khẩu</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vị</a:t>
            </a:r>
            <a:r>
              <a:rPr lang="en-US" sz="2299" dirty="0">
                <a:solidFill>
                  <a:srgbClr val="000000"/>
                </a:solidFill>
                <a:latin typeface="Noto Sans"/>
                <a:ea typeface="Noto Sans"/>
                <a:cs typeface="Noto Sans"/>
                <a:sym typeface="Noto Sans"/>
              </a:rPr>
              <a:t>.</a:t>
            </a:r>
          </a:p>
          <a:p>
            <a:pPr algn="just">
              <a:lnSpc>
                <a:spcPts val="3219"/>
              </a:lnSpc>
              <a:spcBef>
                <a:spcPct val="0"/>
              </a:spcBef>
            </a:pPr>
            <a:r>
              <a:rPr lang="en-US" sz="2299" dirty="0" err="1">
                <a:solidFill>
                  <a:srgbClr val="000000"/>
                </a:solidFill>
                <a:latin typeface="Noto Sans"/>
                <a:ea typeface="Noto Sans"/>
                <a:cs typeface="Noto Sans"/>
                <a:sym typeface="Noto Sans"/>
              </a:rPr>
              <a:t>Hệ</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thống</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kiểm</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tra</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tính</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hợp</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lệ</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của</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dữ</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liệu</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đầu</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vào</a:t>
            </a:r>
            <a:r>
              <a:rPr lang="en-US" sz="2299" dirty="0">
                <a:solidFill>
                  <a:srgbClr val="000000"/>
                </a:solidFill>
                <a:latin typeface="Noto Sans"/>
                <a:ea typeface="Noto Sans"/>
                <a:cs typeface="Noto Sans"/>
                <a:sym typeface="Noto Sans"/>
              </a:rPr>
              <a:t>:</a:t>
            </a:r>
          </a:p>
          <a:p>
            <a:pPr marL="496569" lvl="1" indent="-248284" algn="just">
              <a:lnSpc>
                <a:spcPts val="3219"/>
              </a:lnSpc>
              <a:spcBef>
                <a:spcPct val="0"/>
              </a:spcBef>
              <a:buFont typeface="Arial"/>
              <a:buChar char="•"/>
            </a:pPr>
            <a:r>
              <a:rPr lang="en-US" sz="2299" dirty="0" err="1">
                <a:solidFill>
                  <a:srgbClr val="000000"/>
                </a:solidFill>
                <a:latin typeface="Noto Sans"/>
                <a:ea typeface="Noto Sans"/>
                <a:cs typeface="Noto Sans"/>
                <a:sym typeface="Noto Sans"/>
              </a:rPr>
              <a:t>Trước</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khi</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thực</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hiện</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tìm</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kiếm</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hệ</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thống</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sẽ</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kiểm</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tra</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xem</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người</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dùng</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đã</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chọn</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đầy</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đủ</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các</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mục</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trong</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phần</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Chọn</a:t>
            </a:r>
            <a:r>
              <a:rPr lang="en-US" sz="2299" dirty="0">
                <a:solidFill>
                  <a:srgbClr val="000000"/>
                </a:solidFill>
                <a:latin typeface="Noto Sans"/>
                <a:ea typeface="Noto Sans"/>
                <a:cs typeface="Noto Sans"/>
                <a:sym typeface="Noto Sans"/>
              </a:rPr>
              <a:t> Thông Tin" hay </a:t>
            </a:r>
            <a:r>
              <a:rPr lang="en-US" sz="2299" dirty="0" err="1">
                <a:solidFill>
                  <a:srgbClr val="000000"/>
                </a:solidFill>
                <a:latin typeface="Noto Sans"/>
                <a:ea typeface="Noto Sans"/>
                <a:cs typeface="Noto Sans"/>
                <a:sym typeface="Noto Sans"/>
              </a:rPr>
              <a:t>chưa</a:t>
            </a:r>
            <a:r>
              <a:rPr lang="en-US" sz="2299" dirty="0">
                <a:solidFill>
                  <a:srgbClr val="000000"/>
                </a:solidFill>
                <a:latin typeface="Noto Sans"/>
                <a:ea typeface="Noto Sans"/>
                <a:cs typeface="Noto Sans"/>
                <a:sym typeface="Noto Sans"/>
              </a:rPr>
              <a:t>.</a:t>
            </a:r>
          </a:p>
          <a:p>
            <a:pPr marL="496569" lvl="1" indent="-248284" algn="just">
              <a:lnSpc>
                <a:spcPts val="3219"/>
              </a:lnSpc>
              <a:spcBef>
                <a:spcPct val="0"/>
              </a:spcBef>
              <a:buFont typeface="Arial"/>
              <a:buChar char="•"/>
            </a:pPr>
            <a:r>
              <a:rPr lang="en-US" sz="2299" dirty="0">
                <a:solidFill>
                  <a:srgbClr val="000000"/>
                </a:solidFill>
                <a:latin typeface="Noto Sans"/>
                <a:ea typeface="Noto Sans"/>
                <a:cs typeface="Noto Sans"/>
                <a:sym typeface="Noto Sans"/>
              </a:rPr>
              <a:t>Thông </a:t>
            </a:r>
            <a:r>
              <a:rPr lang="en-US" sz="2299" dirty="0" err="1">
                <a:solidFill>
                  <a:srgbClr val="000000"/>
                </a:solidFill>
                <a:latin typeface="Noto Sans"/>
                <a:ea typeface="Noto Sans"/>
                <a:cs typeface="Noto Sans"/>
                <a:sym typeface="Noto Sans"/>
              </a:rPr>
              <a:t>báo</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lỗi</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được</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hiển</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thị</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Hệ</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thống</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sẽ</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hiển</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thị</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một</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hộp</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thoại</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thông</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báo</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trên</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giao</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diện</a:t>
            </a:r>
            <a:r>
              <a:rPr lang="en-US" sz="2299" dirty="0">
                <a:solidFill>
                  <a:srgbClr val="000000"/>
                </a:solidFill>
                <a:latin typeface="Noto Sans"/>
                <a:ea typeface="Noto Sans"/>
                <a:cs typeface="Noto Sans"/>
                <a:sym typeface="Noto Sans"/>
              </a:rPr>
              <a:t> “Vui </a:t>
            </a:r>
            <a:r>
              <a:rPr lang="en-US" sz="2299" dirty="0" err="1">
                <a:solidFill>
                  <a:srgbClr val="000000"/>
                </a:solidFill>
                <a:latin typeface="Noto Sans"/>
                <a:ea typeface="Noto Sans"/>
                <a:cs typeface="Noto Sans"/>
                <a:sym typeface="Noto Sans"/>
              </a:rPr>
              <a:t>lòng</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chọn</a:t>
            </a:r>
            <a:r>
              <a:rPr lang="en-US" sz="2299" dirty="0">
                <a:solidFill>
                  <a:srgbClr val="000000"/>
                </a:solidFill>
                <a:latin typeface="Noto Sans"/>
                <a:ea typeface="Noto Sans"/>
                <a:cs typeface="Noto Sans"/>
                <a:sym typeface="Noto Sans"/>
              </a:rPr>
              <a:t> ... ở </a:t>
            </a:r>
            <a:r>
              <a:rPr lang="en-US" sz="2299" dirty="0" err="1">
                <a:solidFill>
                  <a:srgbClr val="000000"/>
                </a:solidFill>
                <a:latin typeface="Noto Sans"/>
                <a:ea typeface="Noto Sans"/>
                <a:cs typeface="Noto Sans"/>
                <a:sym typeface="Noto Sans"/>
              </a:rPr>
              <a:t>bước</a:t>
            </a:r>
            <a:r>
              <a:rPr lang="en-US" sz="2299" dirty="0">
                <a:solidFill>
                  <a:srgbClr val="000000"/>
                </a:solidFill>
                <a:latin typeface="Noto Sans"/>
                <a:ea typeface="Noto Sans"/>
                <a:cs typeface="Noto Sans"/>
                <a:sym typeface="Noto Sans"/>
              </a:rPr>
              <a:t> ....”</a:t>
            </a:r>
          </a:p>
          <a:p>
            <a:pPr algn="just">
              <a:lnSpc>
                <a:spcPts val="3219"/>
              </a:lnSpc>
              <a:spcBef>
                <a:spcPct val="0"/>
              </a:spcBef>
            </a:pPr>
            <a:r>
              <a:rPr lang="en-US" sz="2299" dirty="0" err="1">
                <a:solidFill>
                  <a:srgbClr val="000000"/>
                </a:solidFill>
                <a:latin typeface="Noto Sans"/>
                <a:ea typeface="Noto Sans"/>
                <a:cs typeface="Noto Sans"/>
                <a:sym typeface="Noto Sans"/>
              </a:rPr>
              <a:t>Mục</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đích</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Đảm</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bảo</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tính</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chính</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xác</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của</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kết</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quả</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gợi</a:t>
            </a:r>
            <a:r>
              <a:rPr lang="en-US" sz="2299" dirty="0">
                <a:solidFill>
                  <a:srgbClr val="000000"/>
                </a:solidFill>
                <a:latin typeface="Noto Sans"/>
                <a:ea typeface="Noto Sans"/>
                <a:cs typeface="Noto Sans"/>
                <a:sym typeface="Noto Sans"/>
              </a:rPr>
              <a:t> ý. </a:t>
            </a:r>
            <a:r>
              <a:rPr lang="en-US" sz="2299" dirty="0" err="1">
                <a:solidFill>
                  <a:srgbClr val="000000"/>
                </a:solidFill>
                <a:latin typeface="Noto Sans"/>
                <a:ea typeface="Noto Sans"/>
                <a:cs typeface="Noto Sans"/>
                <a:sym typeface="Noto Sans"/>
              </a:rPr>
              <a:t>Hướng</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dẫn</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người</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dùng</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sử</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dụng</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hệ</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thống</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đúng</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cách</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và</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tránh</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lỗi</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trong</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quá</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trình</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tìm</a:t>
            </a:r>
            <a:r>
              <a:rPr lang="en-US" sz="2299" dirty="0">
                <a:solidFill>
                  <a:srgbClr val="000000"/>
                </a:solidFill>
                <a:latin typeface="Noto Sans"/>
                <a:ea typeface="Noto Sans"/>
                <a:cs typeface="Noto Sans"/>
                <a:sym typeface="Noto Sans"/>
              </a:rPr>
              <a:t> </a:t>
            </a:r>
            <a:r>
              <a:rPr lang="en-US" sz="2299" dirty="0" err="1">
                <a:solidFill>
                  <a:srgbClr val="000000"/>
                </a:solidFill>
                <a:latin typeface="Noto Sans"/>
                <a:ea typeface="Noto Sans"/>
                <a:cs typeface="Noto Sans"/>
                <a:sym typeface="Noto Sans"/>
              </a:rPr>
              <a:t>kiếm</a:t>
            </a:r>
            <a:r>
              <a:rPr lang="en-US" sz="2299" dirty="0">
                <a:solidFill>
                  <a:srgbClr val="000000"/>
                </a:solidFill>
                <a:latin typeface="Noto Sans"/>
                <a:ea typeface="Noto Sans"/>
                <a:cs typeface="Noto Sans"/>
                <a:sym typeface="Noto Sans"/>
              </a:rPr>
              <a:t>.</a:t>
            </a:r>
          </a:p>
          <a:p>
            <a:pPr algn="just">
              <a:lnSpc>
                <a:spcPts val="3219"/>
              </a:lnSpc>
              <a:spcBef>
                <a:spcPct val="0"/>
              </a:spcBef>
            </a:pPr>
            <a:endParaRPr lang="en-US" sz="2299" dirty="0">
              <a:solidFill>
                <a:srgbClr val="000000"/>
              </a:solidFill>
              <a:latin typeface="Noto Sans"/>
              <a:ea typeface="Noto Sans"/>
              <a:cs typeface="Noto Sans"/>
              <a:sym typeface="Noto Sans"/>
            </a:endParaRPr>
          </a:p>
        </p:txBody>
      </p:sp>
      <p:grpSp>
        <p:nvGrpSpPr>
          <p:cNvPr id="10" name="Group 10"/>
          <p:cNvGrpSpPr/>
          <p:nvPr/>
        </p:nvGrpSpPr>
        <p:grpSpPr>
          <a:xfrm>
            <a:off x="10942050" y="1719664"/>
            <a:ext cx="7006604" cy="1200541"/>
            <a:chOff x="0" y="0"/>
            <a:chExt cx="1845361" cy="316192"/>
          </a:xfrm>
        </p:grpSpPr>
        <p:sp>
          <p:nvSpPr>
            <p:cNvPr id="11" name="Freeform 11"/>
            <p:cNvSpPr/>
            <p:nvPr/>
          </p:nvSpPr>
          <p:spPr>
            <a:xfrm>
              <a:off x="0" y="0"/>
              <a:ext cx="1845361" cy="316192"/>
            </a:xfrm>
            <a:custGeom>
              <a:avLst/>
              <a:gdLst/>
              <a:ahLst/>
              <a:cxnLst/>
              <a:rect l="l" t="t" r="r" b="b"/>
              <a:pathLst>
                <a:path w="1845361" h="316192">
                  <a:moveTo>
                    <a:pt x="43093" y="0"/>
                  </a:moveTo>
                  <a:lnTo>
                    <a:pt x="1802268" y="0"/>
                  </a:lnTo>
                  <a:cubicBezTo>
                    <a:pt x="1813697" y="0"/>
                    <a:pt x="1824657" y="4540"/>
                    <a:pt x="1832739" y="12622"/>
                  </a:cubicBezTo>
                  <a:cubicBezTo>
                    <a:pt x="1840820" y="20703"/>
                    <a:pt x="1845361" y="31664"/>
                    <a:pt x="1845361" y="43093"/>
                  </a:cubicBezTo>
                  <a:lnTo>
                    <a:pt x="1845361" y="273099"/>
                  </a:lnTo>
                  <a:cubicBezTo>
                    <a:pt x="1845361" y="296899"/>
                    <a:pt x="1826067" y="316192"/>
                    <a:pt x="1802268" y="316192"/>
                  </a:cubicBezTo>
                  <a:lnTo>
                    <a:pt x="43093" y="316192"/>
                  </a:lnTo>
                  <a:cubicBezTo>
                    <a:pt x="31664" y="316192"/>
                    <a:pt x="20703" y="311652"/>
                    <a:pt x="12622" y="303570"/>
                  </a:cubicBezTo>
                  <a:cubicBezTo>
                    <a:pt x="4540" y="295489"/>
                    <a:pt x="0" y="284528"/>
                    <a:pt x="0" y="273099"/>
                  </a:cubicBezTo>
                  <a:lnTo>
                    <a:pt x="0" y="43093"/>
                  </a:lnTo>
                  <a:cubicBezTo>
                    <a:pt x="0" y="31664"/>
                    <a:pt x="4540" y="20703"/>
                    <a:pt x="12622" y="12622"/>
                  </a:cubicBezTo>
                  <a:cubicBezTo>
                    <a:pt x="20703" y="4540"/>
                    <a:pt x="31664" y="0"/>
                    <a:pt x="43093" y="0"/>
                  </a:cubicBezTo>
                  <a:close/>
                </a:path>
              </a:pathLst>
            </a:custGeom>
            <a:gradFill rotWithShape="1">
              <a:gsLst>
                <a:gs pos="0">
                  <a:srgbClr val="94D462">
                    <a:alpha val="100000"/>
                  </a:srgbClr>
                </a:gs>
                <a:gs pos="100000">
                  <a:srgbClr val="F1DD76">
                    <a:alpha val="100000"/>
                  </a:srgbClr>
                </a:gs>
              </a:gsLst>
              <a:lin ang="0"/>
            </a:gradFill>
            <a:ln w="38100" cap="rnd">
              <a:solidFill>
                <a:srgbClr val="000000"/>
              </a:solidFill>
              <a:prstDash val="solid"/>
              <a:round/>
            </a:ln>
          </p:spPr>
          <p:txBody>
            <a:bodyPr/>
            <a:lstStyle/>
            <a:p>
              <a:endParaRPr lang="en-US"/>
            </a:p>
          </p:txBody>
        </p:sp>
        <p:sp>
          <p:nvSpPr>
            <p:cNvPr id="12" name="TextBox 12"/>
            <p:cNvSpPr txBox="1"/>
            <p:nvPr/>
          </p:nvSpPr>
          <p:spPr>
            <a:xfrm>
              <a:off x="0" y="-57150"/>
              <a:ext cx="1845361" cy="373342"/>
            </a:xfrm>
            <a:prstGeom prst="rect">
              <a:avLst/>
            </a:prstGeom>
          </p:spPr>
          <p:txBody>
            <a:bodyPr lIns="50800" tIns="50800" rIns="50800" bIns="50800" rtlCol="0" anchor="ctr"/>
            <a:lstStyle/>
            <a:p>
              <a:pPr algn="ctr">
                <a:lnSpc>
                  <a:spcPts val="3919"/>
                </a:lnSpc>
              </a:pPr>
              <a:r>
                <a:rPr lang="en-US" sz="2799" b="1">
                  <a:solidFill>
                    <a:srgbClr val="000000"/>
                  </a:solidFill>
                  <a:latin typeface="Noto Sans Bold"/>
                  <a:ea typeface="Noto Sans Bold"/>
                  <a:cs typeface="Noto Sans Bold"/>
                  <a:sym typeface="Noto Sans Bold"/>
                </a:rPr>
                <a:t>TRƯỜNG HỢP </a:t>
              </a:r>
            </a:p>
            <a:p>
              <a:pPr algn="ctr">
                <a:lnSpc>
                  <a:spcPts val="3919"/>
                </a:lnSpc>
                <a:spcBef>
                  <a:spcPct val="0"/>
                </a:spcBef>
              </a:pPr>
              <a:r>
                <a:rPr lang="en-US" sz="2799" b="1">
                  <a:solidFill>
                    <a:srgbClr val="000000"/>
                  </a:solidFill>
                  <a:latin typeface="Noto Sans Bold"/>
                  <a:ea typeface="Noto Sans Bold"/>
                  <a:cs typeface="Noto Sans Bold"/>
                  <a:sym typeface="Noto Sans Bold"/>
                </a:rPr>
                <a:t>CHƯA CHỌN THÔNG TIN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0-#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2" fill="hold" nodeType="after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1+#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childTnLst>
                          </p:cTn>
                        </p:par>
                        <p:par>
                          <p:cTn id="14" fill="hold">
                            <p:stCondLst>
                              <p:cond delay="1500"/>
                            </p:stCondLst>
                            <p:childTnLst>
                              <p:par>
                                <p:cTn id="15" presetID="2" presetClass="entr" presetSubtype="2"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1+#ppt_w/2"/>
                                          </p:val>
                                        </p:tav>
                                        <p:tav tm="100000">
                                          <p:val>
                                            <p:strVal val="#ppt_x"/>
                                          </p:val>
                                        </p:tav>
                                      </p:tavLst>
                                    </p:anim>
                                    <p:anim calcmode="lin" valueType="num">
                                      <p:cBhvr additive="base">
                                        <p:cTn id="18" dur="500" fill="hold"/>
                                        <p:tgtEl>
                                          <p:spTgt spid="6"/>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1+#ppt_w/2"/>
                                          </p:val>
                                        </p:tav>
                                        <p:tav tm="100000">
                                          <p:val>
                                            <p:strVal val="#ppt_x"/>
                                          </p:val>
                                        </p:tav>
                                      </p:tavLst>
                                    </p:anim>
                                    <p:anim calcmode="lin" valueType="num">
                                      <p:cBhvr additive="base">
                                        <p:cTn id="22"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B2FFC8"/>
        </a:solidFill>
        <a:effectLst/>
      </p:bgPr>
    </p:bg>
    <p:spTree>
      <p:nvGrpSpPr>
        <p:cNvPr id="1" name=""/>
        <p:cNvGrpSpPr/>
        <p:nvPr/>
      </p:nvGrpSpPr>
      <p:grpSpPr>
        <a:xfrm>
          <a:off x="0" y="0"/>
          <a:ext cx="0" cy="0"/>
          <a:chOff x="0" y="0"/>
          <a:chExt cx="0" cy="0"/>
        </a:xfrm>
      </p:grpSpPr>
      <p:sp>
        <p:nvSpPr>
          <p:cNvPr id="2" name="AutoShape 2"/>
          <p:cNvSpPr/>
          <p:nvPr/>
        </p:nvSpPr>
        <p:spPr>
          <a:xfrm>
            <a:off x="0" y="-3314700"/>
            <a:ext cx="18288000" cy="5692785"/>
          </a:xfrm>
          <a:prstGeom prst="rect">
            <a:avLst/>
          </a:prstGeom>
          <a:gradFill rotWithShape="1">
            <a:gsLst>
              <a:gs pos="0">
                <a:srgbClr val="469ECF">
                  <a:alpha val="100000"/>
                </a:srgbClr>
              </a:gs>
              <a:gs pos="100000">
                <a:srgbClr val="86FA5D">
                  <a:alpha val="100000"/>
                </a:srgbClr>
              </a:gs>
            </a:gsLst>
            <a:path path="circle">
              <a:fillToRect r="100000" b="100000"/>
            </a:path>
            <a:tileRect l="-100000" t="-100000"/>
          </a:gradFill>
        </p:spPr>
        <p:txBody>
          <a:bodyPr/>
          <a:lstStyle/>
          <a:p>
            <a:endParaRPr lang="en-US"/>
          </a:p>
        </p:txBody>
      </p:sp>
      <p:sp>
        <p:nvSpPr>
          <p:cNvPr id="3" name="Freeform 3"/>
          <p:cNvSpPr/>
          <p:nvPr/>
        </p:nvSpPr>
        <p:spPr>
          <a:xfrm>
            <a:off x="8138812" y="3555053"/>
            <a:ext cx="10149188" cy="5201459"/>
          </a:xfrm>
          <a:custGeom>
            <a:avLst/>
            <a:gdLst/>
            <a:ahLst/>
            <a:cxnLst/>
            <a:rect l="l" t="t" r="r" b="b"/>
            <a:pathLst>
              <a:path w="10149188" h="5201459">
                <a:moveTo>
                  <a:pt x="0" y="0"/>
                </a:moveTo>
                <a:lnTo>
                  <a:pt x="10149188" y="0"/>
                </a:lnTo>
                <a:lnTo>
                  <a:pt x="10149188" y="5201458"/>
                </a:lnTo>
                <a:lnTo>
                  <a:pt x="0" y="5201458"/>
                </a:lnTo>
                <a:lnTo>
                  <a:pt x="0" y="0"/>
                </a:lnTo>
                <a:close/>
              </a:path>
            </a:pathLst>
          </a:custGeom>
          <a:blipFill>
            <a:blip r:embed="rId2"/>
            <a:stretch>
              <a:fillRect/>
            </a:stretch>
          </a:blipFill>
        </p:spPr>
        <p:txBody>
          <a:bodyPr/>
          <a:lstStyle/>
          <a:p>
            <a:endParaRPr lang="en-US"/>
          </a:p>
        </p:txBody>
      </p:sp>
      <p:sp>
        <p:nvSpPr>
          <p:cNvPr id="4" name="Freeform 4"/>
          <p:cNvSpPr/>
          <p:nvPr/>
        </p:nvSpPr>
        <p:spPr>
          <a:xfrm>
            <a:off x="223020" y="1595438"/>
            <a:ext cx="7862094" cy="8133582"/>
          </a:xfrm>
          <a:custGeom>
            <a:avLst/>
            <a:gdLst/>
            <a:ahLst/>
            <a:cxnLst/>
            <a:rect l="l" t="t" r="r" b="b"/>
            <a:pathLst>
              <a:path w="7862094" h="8133582">
                <a:moveTo>
                  <a:pt x="0" y="0"/>
                </a:moveTo>
                <a:lnTo>
                  <a:pt x="7862093" y="0"/>
                </a:lnTo>
                <a:lnTo>
                  <a:pt x="7862093" y="8133582"/>
                </a:lnTo>
                <a:lnTo>
                  <a:pt x="0" y="8133582"/>
                </a:lnTo>
                <a:lnTo>
                  <a:pt x="0" y="0"/>
                </a:lnTo>
                <a:close/>
              </a:path>
            </a:pathLst>
          </a:custGeom>
          <a:blipFill>
            <a:blip r:embed="rId3"/>
            <a:stretch>
              <a:fillRect t="-630" b="-25518"/>
            </a:stretch>
          </a:blipFill>
        </p:spPr>
        <p:txBody>
          <a:bodyPr/>
          <a:lstStyle/>
          <a:p>
            <a:endParaRPr lang="en-US"/>
          </a:p>
        </p:txBody>
      </p:sp>
      <p:sp>
        <p:nvSpPr>
          <p:cNvPr id="5" name="TextBox 5"/>
          <p:cNvSpPr txBox="1"/>
          <p:nvPr/>
        </p:nvSpPr>
        <p:spPr>
          <a:xfrm>
            <a:off x="1028700" y="471487"/>
            <a:ext cx="15357748" cy="1123950"/>
          </a:xfrm>
          <a:prstGeom prst="rect">
            <a:avLst/>
          </a:prstGeom>
        </p:spPr>
        <p:txBody>
          <a:bodyPr lIns="0" tIns="0" rIns="0" bIns="0" rtlCol="0" anchor="t">
            <a:spAutoFit/>
          </a:bodyPr>
          <a:lstStyle/>
          <a:p>
            <a:pPr algn="ctr">
              <a:lnSpc>
                <a:spcPts val="8999"/>
              </a:lnSpc>
            </a:pPr>
            <a:r>
              <a:rPr lang="en-US" sz="7499" dirty="0">
                <a:solidFill>
                  <a:srgbClr val="000000"/>
                </a:solidFill>
                <a:latin typeface="Lobster" panose="00000500000000000000" pitchFamily="2" charset="-93"/>
                <a:ea typeface="Faustina"/>
                <a:cs typeface="Faustina"/>
                <a:sym typeface="Faustina"/>
              </a:rPr>
              <a:t>Giao </a:t>
            </a:r>
            <a:r>
              <a:rPr lang="en-US" sz="7499" dirty="0" err="1">
                <a:solidFill>
                  <a:srgbClr val="000000"/>
                </a:solidFill>
                <a:latin typeface="Lobster" panose="00000500000000000000" pitchFamily="2" charset="-93"/>
                <a:ea typeface="Faustina"/>
                <a:cs typeface="Faustina"/>
                <a:sym typeface="Faustina"/>
              </a:rPr>
              <a:t>diện</a:t>
            </a:r>
            <a:r>
              <a:rPr lang="en-US" sz="7499" dirty="0">
                <a:solidFill>
                  <a:srgbClr val="000000"/>
                </a:solidFill>
                <a:latin typeface="Lobster" panose="00000500000000000000" pitchFamily="2" charset="-93"/>
                <a:ea typeface="Faustina"/>
                <a:cs typeface="Faustina"/>
                <a:sym typeface="Faustina"/>
              </a:rPr>
              <a:t> </a:t>
            </a:r>
            <a:r>
              <a:rPr lang="en-US" sz="7499" dirty="0" err="1">
                <a:solidFill>
                  <a:srgbClr val="000000"/>
                </a:solidFill>
                <a:latin typeface="Lobster" panose="00000500000000000000" pitchFamily="2" charset="-93"/>
                <a:ea typeface="Faustina"/>
                <a:cs typeface="Faustina"/>
                <a:sym typeface="Faustina"/>
              </a:rPr>
              <a:t>gợi</a:t>
            </a:r>
            <a:r>
              <a:rPr lang="en-US" sz="7499" dirty="0">
                <a:solidFill>
                  <a:srgbClr val="000000"/>
                </a:solidFill>
                <a:latin typeface="Lobster" panose="00000500000000000000" pitchFamily="2" charset="-93"/>
                <a:ea typeface="Faustina"/>
                <a:cs typeface="Faustina"/>
                <a:sym typeface="Faustina"/>
              </a:rPr>
              <a:t> ý </a:t>
            </a:r>
            <a:r>
              <a:rPr lang="en-US" sz="7499" dirty="0" err="1">
                <a:solidFill>
                  <a:srgbClr val="000000"/>
                </a:solidFill>
                <a:latin typeface="Lobster" panose="00000500000000000000" pitchFamily="2" charset="-93"/>
                <a:ea typeface="Faustina"/>
                <a:cs typeface="Faustina"/>
                <a:sym typeface="Faustina"/>
              </a:rPr>
              <a:t>món</a:t>
            </a:r>
            <a:r>
              <a:rPr lang="en-US" sz="7499" dirty="0">
                <a:solidFill>
                  <a:srgbClr val="000000"/>
                </a:solidFill>
                <a:latin typeface="Lobster" panose="00000500000000000000" pitchFamily="2" charset="-93"/>
                <a:ea typeface="Faustina"/>
                <a:cs typeface="Faustina"/>
                <a:sym typeface="Faustina"/>
              </a:rPr>
              <a:t> </a:t>
            </a:r>
            <a:r>
              <a:rPr lang="en-US" sz="7499" dirty="0" err="1">
                <a:solidFill>
                  <a:srgbClr val="000000"/>
                </a:solidFill>
                <a:latin typeface="Lobster" panose="00000500000000000000" pitchFamily="2" charset="-93"/>
                <a:ea typeface="Faustina"/>
                <a:cs typeface="Faustina"/>
                <a:sym typeface="Faustina"/>
              </a:rPr>
              <a:t>ăn</a:t>
            </a:r>
            <a:endParaRPr lang="en-US" sz="7499" dirty="0">
              <a:solidFill>
                <a:srgbClr val="000000"/>
              </a:solidFill>
              <a:latin typeface="Lobster" panose="00000500000000000000" pitchFamily="2" charset="-93"/>
              <a:ea typeface="Faustina"/>
              <a:cs typeface="Faustina"/>
              <a:sym typeface="Faustina"/>
            </a:endParaRPr>
          </a:p>
        </p:txBody>
      </p:sp>
      <p:sp>
        <p:nvSpPr>
          <p:cNvPr id="6" name="TextBox 6"/>
          <p:cNvSpPr txBox="1"/>
          <p:nvPr/>
        </p:nvSpPr>
        <p:spPr>
          <a:xfrm>
            <a:off x="417594" y="3203405"/>
            <a:ext cx="7472945" cy="6338570"/>
          </a:xfrm>
          <a:prstGeom prst="rect">
            <a:avLst/>
          </a:prstGeom>
        </p:spPr>
        <p:txBody>
          <a:bodyPr lIns="0" tIns="0" rIns="0" bIns="0" rtlCol="0" anchor="t">
            <a:spAutoFit/>
          </a:bodyPr>
          <a:lstStyle/>
          <a:p>
            <a:pPr marL="518162" lvl="1" indent="-259081" algn="l">
              <a:lnSpc>
                <a:spcPts val="3360"/>
              </a:lnSpc>
              <a:spcBef>
                <a:spcPct val="0"/>
              </a:spcBef>
              <a:buAutoNum type="arabicPeriod"/>
            </a:pPr>
            <a:r>
              <a:rPr lang="en-US" sz="2400" b="1" dirty="0" err="1">
                <a:solidFill>
                  <a:srgbClr val="000000"/>
                </a:solidFill>
                <a:latin typeface="Noto Sans Bold"/>
                <a:ea typeface="Noto Sans Bold"/>
                <a:cs typeface="Noto Sans Bold"/>
                <a:sym typeface="Noto Sans Bold"/>
              </a:rPr>
              <a:t>Chọn</a:t>
            </a:r>
            <a:r>
              <a:rPr lang="en-US" sz="2400" b="1" dirty="0">
                <a:solidFill>
                  <a:srgbClr val="000000"/>
                </a:solidFill>
                <a:latin typeface="Noto Sans Bold"/>
                <a:ea typeface="Noto Sans Bold"/>
                <a:cs typeface="Noto Sans Bold"/>
                <a:sym typeface="Noto Sans Bold"/>
              </a:rPr>
              <a:t> </a:t>
            </a:r>
            <a:r>
              <a:rPr lang="en-US" sz="2400" b="1" dirty="0" err="1">
                <a:solidFill>
                  <a:srgbClr val="000000"/>
                </a:solidFill>
                <a:latin typeface="Noto Sans Bold"/>
                <a:ea typeface="Noto Sans Bold"/>
                <a:cs typeface="Noto Sans Bold"/>
                <a:sym typeface="Noto Sans Bold"/>
              </a:rPr>
              <a:t>thông</a:t>
            </a:r>
            <a:r>
              <a:rPr lang="en-US" sz="2400" b="1" dirty="0">
                <a:solidFill>
                  <a:srgbClr val="000000"/>
                </a:solidFill>
                <a:latin typeface="Noto Sans Bold"/>
                <a:ea typeface="Noto Sans Bold"/>
                <a:cs typeface="Noto Sans Bold"/>
                <a:sym typeface="Noto Sans Bold"/>
              </a:rPr>
              <a:t> tin:</a:t>
            </a:r>
          </a:p>
          <a:p>
            <a:pPr algn="l">
              <a:lnSpc>
                <a:spcPts val="3360"/>
              </a:lnSpc>
              <a:spcBef>
                <a:spcPct val="0"/>
              </a:spcBef>
            </a:pPr>
            <a:r>
              <a:rPr lang="en-US" sz="2400" dirty="0" err="1">
                <a:solidFill>
                  <a:srgbClr val="000000"/>
                </a:solidFill>
                <a:latin typeface="Noto Sans"/>
                <a:ea typeface="Noto Sans"/>
                <a:cs typeface="Noto Sans"/>
                <a:sym typeface="Noto Sans"/>
              </a:rPr>
              <a:t>Người</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dùng</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đã</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chọn</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đầy</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đủ</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các</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tiêu</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chí</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trong</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phần</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Chọn</a:t>
            </a:r>
            <a:r>
              <a:rPr lang="en-US" sz="2400" dirty="0">
                <a:solidFill>
                  <a:srgbClr val="000000"/>
                </a:solidFill>
                <a:latin typeface="Noto Sans"/>
                <a:ea typeface="Noto Sans"/>
                <a:cs typeface="Noto Sans"/>
                <a:sym typeface="Noto Sans"/>
              </a:rPr>
              <a:t> Thông Tin" (</a:t>
            </a:r>
            <a:r>
              <a:rPr lang="en-US" sz="2400" dirty="0" err="1">
                <a:solidFill>
                  <a:srgbClr val="000000"/>
                </a:solidFill>
                <a:latin typeface="Noto Sans"/>
                <a:ea typeface="Noto Sans"/>
                <a:cs typeface="Noto Sans"/>
                <a:sym typeface="Noto Sans"/>
              </a:rPr>
              <a:t>tỉnh</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mùa</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loại</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món</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nguyên</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liệu</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chính</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nguyên</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liệu</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phụ</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hoặc</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khẩu</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vị</a:t>
            </a:r>
            <a:r>
              <a:rPr lang="en-US" sz="2400" dirty="0">
                <a:solidFill>
                  <a:srgbClr val="000000"/>
                </a:solidFill>
                <a:latin typeface="Noto Sans"/>
                <a:ea typeface="Noto Sans"/>
                <a:cs typeface="Noto Sans"/>
                <a:sym typeface="Noto Sans"/>
              </a:rPr>
              <a:t>).</a:t>
            </a:r>
          </a:p>
          <a:p>
            <a:pPr algn="l">
              <a:lnSpc>
                <a:spcPts val="3360"/>
              </a:lnSpc>
              <a:spcBef>
                <a:spcPct val="0"/>
              </a:spcBef>
            </a:pPr>
            <a:r>
              <a:rPr lang="en-US" sz="2400" dirty="0">
                <a:solidFill>
                  <a:srgbClr val="000000"/>
                </a:solidFill>
                <a:latin typeface="Noto Sans"/>
                <a:ea typeface="Noto Sans"/>
                <a:cs typeface="Noto Sans"/>
                <a:sym typeface="Noto Sans"/>
              </a:rPr>
              <a:t>Tuy </a:t>
            </a:r>
            <a:r>
              <a:rPr lang="en-US" sz="2400" dirty="0" err="1">
                <a:solidFill>
                  <a:srgbClr val="000000"/>
                </a:solidFill>
                <a:latin typeface="Noto Sans"/>
                <a:ea typeface="Noto Sans"/>
                <a:cs typeface="Noto Sans"/>
                <a:sym typeface="Noto Sans"/>
              </a:rPr>
              <a:t>nhiên</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tổ</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hợp</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các</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lựa</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chọn</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này</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không</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khớp</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với</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bất</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kỳ</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địa</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điểm</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nào</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trong</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hệ</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thống</a:t>
            </a:r>
            <a:r>
              <a:rPr lang="en-US" sz="2400" dirty="0">
                <a:solidFill>
                  <a:srgbClr val="000000"/>
                </a:solidFill>
                <a:latin typeface="Noto Sans"/>
                <a:ea typeface="Noto Sans"/>
                <a:cs typeface="Noto Sans"/>
                <a:sym typeface="Noto Sans"/>
              </a:rPr>
              <a:t>.</a:t>
            </a:r>
          </a:p>
          <a:p>
            <a:pPr marL="518162" lvl="1" indent="-259081" algn="l">
              <a:lnSpc>
                <a:spcPts val="3360"/>
              </a:lnSpc>
              <a:spcBef>
                <a:spcPct val="0"/>
              </a:spcBef>
              <a:buAutoNum type="arabicPeriod"/>
            </a:pPr>
            <a:r>
              <a:rPr lang="en-US" sz="2400" b="1" dirty="0" err="1">
                <a:solidFill>
                  <a:srgbClr val="000000"/>
                </a:solidFill>
                <a:latin typeface="Noto Sans Bold"/>
                <a:ea typeface="Noto Sans Bold"/>
                <a:cs typeface="Noto Sans Bold"/>
                <a:sym typeface="Noto Sans Bold"/>
              </a:rPr>
              <a:t>Hành</a:t>
            </a:r>
            <a:r>
              <a:rPr lang="en-US" sz="2400" b="1" dirty="0">
                <a:solidFill>
                  <a:srgbClr val="000000"/>
                </a:solidFill>
                <a:latin typeface="Noto Sans Bold"/>
                <a:ea typeface="Noto Sans Bold"/>
                <a:cs typeface="Noto Sans Bold"/>
                <a:sym typeface="Noto Sans Bold"/>
              </a:rPr>
              <a:t> </a:t>
            </a:r>
            <a:r>
              <a:rPr lang="en-US" sz="2400" b="1" dirty="0" err="1">
                <a:solidFill>
                  <a:srgbClr val="000000"/>
                </a:solidFill>
                <a:latin typeface="Noto Sans Bold"/>
                <a:ea typeface="Noto Sans Bold"/>
                <a:cs typeface="Noto Sans Bold"/>
                <a:sym typeface="Noto Sans Bold"/>
              </a:rPr>
              <a:t>động</a:t>
            </a:r>
            <a:r>
              <a:rPr lang="en-US" sz="2400" b="1" dirty="0">
                <a:solidFill>
                  <a:srgbClr val="000000"/>
                </a:solidFill>
                <a:latin typeface="Noto Sans Bold"/>
                <a:ea typeface="Noto Sans Bold"/>
                <a:cs typeface="Noto Sans Bold"/>
                <a:sym typeface="Noto Sans Bold"/>
              </a:rPr>
              <a:t> </a:t>
            </a:r>
            <a:r>
              <a:rPr lang="en-US" sz="2400" b="1" dirty="0" err="1">
                <a:solidFill>
                  <a:srgbClr val="000000"/>
                </a:solidFill>
                <a:latin typeface="Noto Sans Bold"/>
                <a:ea typeface="Noto Sans Bold"/>
                <a:cs typeface="Noto Sans Bold"/>
                <a:sym typeface="Noto Sans Bold"/>
              </a:rPr>
              <a:t>của</a:t>
            </a:r>
            <a:r>
              <a:rPr lang="en-US" sz="2400" b="1" dirty="0">
                <a:solidFill>
                  <a:srgbClr val="000000"/>
                </a:solidFill>
                <a:latin typeface="Noto Sans Bold"/>
                <a:ea typeface="Noto Sans Bold"/>
                <a:cs typeface="Noto Sans Bold"/>
                <a:sym typeface="Noto Sans Bold"/>
              </a:rPr>
              <a:t> </a:t>
            </a:r>
            <a:r>
              <a:rPr lang="en-US" sz="2400" b="1" dirty="0" err="1">
                <a:solidFill>
                  <a:srgbClr val="000000"/>
                </a:solidFill>
                <a:latin typeface="Noto Sans Bold"/>
                <a:ea typeface="Noto Sans Bold"/>
                <a:cs typeface="Noto Sans Bold"/>
                <a:sym typeface="Noto Sans Bold"/>
              </a:rPr>
              <a:t>hệ</a:t>
            </a:r>
            <a:r>
              <a:rPr lang="en-US" sz="2400" b="1" dirty="0">
                <a:solidFill>
                  <a:srgbClr val="000000"/>
                </a:solidFill>
                <a:latin typeface="Noto Sans Bold"/>
                <a:ea typeface="Noto Sans Bold"/>
                <a:cs typeface="Noto Sans Bold"/>
                <a:sym typeface="Noto Sans Bold"/>
              </a:rPr>
              <a:t> </a:t>
            </a:r>
            <a:r>
              <a:rPr lang="en-US" sz="2400" b="1" dirty="0" err="1">
                <a:solidFill>
                  <a:srgbClr val="000000"/>
                </a:solidFill>
                <a:latin typeface="Noto Sans Bold"/>
                <a:ea typeface="Noto Sans Bold"/>
                <a:cs typeface="Noto Sans Bold"/>
                <a:sym typeface="Noto Sans Bold"/>
              </a:rPr>
              <a:t>thống</a:t>
            </a:r>
            <a:r>
              <a:rPr lang="en-US" sz="2400" b="1" dirty="0">
                <a:solidFill>
                  <a:srgbClr val="000000"/>
                </a:solidFill>
                <a:latin typeface="Noto Sans Bold"/>
                <a:ea typeface="Noto Sans Bold"/>
                <a:cs typeface="Noto Sans Bold"/>
                <a:sym typeface="Noto Sans Bold"/>
              </a:rPr>
              <a:t>:</a:t>
            </a:r>
          </a:p>
          <a:p>
            <a:pPr algn="l">
              <a:lnSpc>
                <a:spcPts val="3360"/>
              </a:lnSpc>
              <a:spcBef>
                <a:spcPct val="0"/>
              </a:spcBef>
            </a:pPr>
            <a:r>
              <a:rPr lang="en-US" sz="2400" dirty="0" err="1">
                <a:solidFill>
                  <a:srgbClr val="000000"/>
                </a:solidFill>
                <a:latin typeface="Noto Sans"/>
                <a:ea typeface="Noto Sans"/>
                <a:cs typeface="Noto Sans"/>
                <a:sym typeface="Noto Sans"/>
              </a:rPr>
              <a:t>Hệ</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thống</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thực</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hiện</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việc</a:t>
            </a:r>
            <a:r>
              <a:rPr lang="en-US" sz="2400" dirty="0">
                <a:solidFill>
                  <a:srgbClr val="000000"/>
                </a:solidFill>
                <a:latin typeface="Noto Sans"/>
                <a:ea typeface="Noto Sans"/>
                <a:cs typeface="Noto Sans"/>
                <a:sym typeface="Noto Sans"/>
              </a:rPr>
              <a:t> so </a:t>
            </a:r>
            <a:r>
              <a:rPr lang="en-US" sz="2400" dirty="0" err="1">
                <a:solidFill>
                  <a:srgbClr val="000000"/>
                </a:solidFill>
                <a:latin typeface="Noto Sans"/>
                <a:ea typeface="Noto Sans"/>
                <a:cs typeface="Noto Sans"/>
                <a:sym typeface="Noto Sans"/>
              </a:rPr>
              <a:t>khớp</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dữ</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liệu</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người</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dùng</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nhập</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vào</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với</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danh</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sách</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các</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địa</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điểm</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có</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sẵn</a:t>
            </a:r>
            <a:r>
              <a:rPr lang="en-US" sz="2400" dirty="0">
                <a:solidFill>
                  <a:srgbClr val="000000"/>
                </a:solidFill>
                <a:latin typeface="Noto Sans"/>
                <a:ea typeface="Noto Sans"/>
                <a:cs typeface="Noto Sans"/>
                <a:sym typeface="Noto Sans"/>
              </a:rPr>
              <a:t>.</a:t>
            </a:r>
          </a:p>
          <a:p>
            <a:pPr algn="l">
              <a:lnSpc>
                <a:spcPts val="3360"/>
              </a:lnSpc>
              <a:spcBef>
                <a:spcPct val="0"/>
              </a:spcBef>
            </a:pPr>
            <a:r>
              <a:rPr lang="en-US" sz="2400" dirty="0" err="1">
                <a:solidFill>
                  <a:srgbClr val="000000"/>
                </a:solidFill>
                <a:latin typeface="Noto Sans"/>
                <a:ea typeface="Noto Sans"/>
                <a:cs typeface="Noto Sans"/>
                <a:sym typeface="Noto Sans"/>
              </a:rPr>
              <a:t>Nếu</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không</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tìm</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thấy</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địa</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điểm</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phù</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hợp</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hệ</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thống</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không</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hiển</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thị</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ảnh</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hoặc</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thông</a:t>
            </a:r>
            <a:r>
              <a:rPr lang="en-US" sz="2400" dirty="0">
                <a:solidFill>
                  <a:srgbClr val="000000"/>
                </a:solidFill>
                <a:latin typeface="Noto Sans"/>
                <a:ea typeface="Noto Sans"/>
                <a:cs typeface="Noto Sans"/>
                <a:sym typeface="Noto Sans"/>
              </a:rPr>
              <a:t> tin </a:t>
            </a:r>
            <a:r>
              <a:rPr lang="en-US" sz="2400" dirty="0" err="1">
                <a:solidFill>
                  <a:srgbClr val="000000"/>
                </a:solidFill>
                <a:latin typeface="Noto Sans"/>
                <a:ea typeface="Noto Sans"/>
                <a:cs typeface="Noto Sans"/>
                <a:sym typeface="Noto Sans"/>
              </a:rPr>
              <a:t>mô</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tả</a:t>
            </a:r>
            <a:r>
              <a:rPr lang="en-US" sz="2400" dirty="0">
                <a:solidFill>
                  <a:srgbClr val="000000"/>
                </a:solidFill>
                <a:latin typeface="Noto Sans"/>
                <a:ea typeface="Noto Sans"/>
                <a:cs typeface="Noto Sans"/>
                <a:sym typeface="Noto Sans"/>
              </a:rPr>
              <a:t> </a:t>
            </a:r>
            <a:r>
              <a:rPr lang="en-US" sz="2400" dirty="0" err="1">
                <a:solidFill>
                  <a:srgbClr val="000000"/>
                </a:solidFill>
                <a:latin typeface="Noto Sans"/>
                <a:ea typeface="Noto Sans"/>
                <a:cs typeface="Noto Sans"/>
                <a:sym typeface="Noto Sans"/>
              </a:rPr>
              <a:t>nào</a:t>
            </a:r>
            <a:r>
              <a:rPr lang="en-US" sz="2400" dirty="0">
                <a:solidFill>
                  <a:srgbClr val="000000"/>
                </a:solidFill>
                <a:latin typeface="Noto Sans"/>
                <a:ea typeface="Noto Sans"/>
                <a:cs typeface="Noto Sans"/>
                <a:sym typeface="Noto Sans"/>
              </a:rPr>
              <a:t>.</a:t>
            </a:r>
          </a:p>
          <a:p>
            <a:pPr marL="539751" lvl="1" indent="-269876" algn="l">
              <a:lnSpc>
                <a:spcPts val="3500"/>
              </a:lnSpc>
              <a:spcBef>
                <a:spcPct val="0"/>
              </a:spcBef>
              <a:buAutoNum type="arabicPeriod"/>
            </a:pPr>
            <a:r>
              <a:rPr lang="en-US" sz="2500" b="1" dirty="0">
                <a:solidFill>
                  <a:srgbClr val="000000"/>
                </a:solidFill>
                <a:latin typeface="Noto Sans Bold"/>
                <a:ea typeface="Noto Sans Bold"/>
                <a:cs typeface="Noto Sans Bold"/>
                <a:sym typeface="Noto Sans Bold"/>
              </a:rPr>
              <a:t>Thông </a:t>
            </a:r>
            <a:r>
              <a:rPr lang="en-US" sz="2500" b="1" dirty="0" err="1">
                <a:solidFill>
                  <a:srgbClr val="000000"/>
                </a:solidFill>
                <a:latin typeface="Noto Sans Bold"/>
                <a:ea typeface="Noto Sans Bold"/>
                <a:cs typeface="Noto Sans Bold"/>
                <a:sym typeface="Noto Sans Bold"/>
              </a:rPr>
              <a:t>báo</a:t>
            </a:r>
            <a:r>
              <a:rPr lang="en-US" sz="2500" b="1" dirty="0">
                <a:solidFill>
                  <a:srgbClr val="000000"/>
                </a:solidFill>
                <a:latin typeface="Noto Sans Bold"/>
                <a:ea typeface="Noto Sans Bold"/>
                <a:cs typeface="Noto Sans Bold"/>
                <a:sym typeface="Noto Sans Bold"/>
              </a:rPr>
              <a:t> </a:t>
            </a:r>
            <a:r>
              <a:rPr lang="en-US" sz="2500" b="1" dirty="0" err="1">
                <a:solidFill>
                  <a:srgbClr val="000000"/>
                </a:solidFill>
                <a:latin typeface="Noto Sans Bold"/>
                <a:ea typeface="Noto Sans Bold"/>
                <a:cs typeface="Noto Sans Bold"/>
                <a:sym typeface="Noto Sans Bold"/>
              </a:rPr>
              <a:t>hiển</a:t>
            </a:r>
            <a:r>
              <a:rPr lang="en-US" sz="2500" b="1" dirty="0">
                <a:solidFill>
                  <a:srgbClr val="000000"/>
                </a:solidFill>
                <a:latin typeface="Noto Sans Bold"/>
                <a:ea typeface="Noto Sans Bold"/>
                <a:cs typeface="Noto Sans Bold"/>
                <a:sym typeface="Noto Sans Bold"/>
              </a:rPr>
              <a:t> </a:t>
            </a:r>
            <a:r>
              <a:rPr lang="en-US" sz="2500" b="1" dirty="0" err="1">
                <a:solidFill>
                  <a:srgbClr val="000000"/>
                </a:solidFill>
                <a:latin typeface="Noto Sans Bold"/>
                <a:ea typeface="Noto Sans Bold"/>
                <a:cs typeface="Noto Sans Bold"/>
                <a:sym typeface="Noto Sans Bold"/>
              </a:rPr>
              <a:t>thị</a:t>
            </a:r>
            <a:r>
              <a:rPr lang="en-US" sz="2500" b="1" dirty="0">
                <a:solidFill>
                  <a:srgbClr val="000000"/>
                </a:solidFill>
                <a:latin typeface="Noto Sans Bold"/>
                <a:ea typeface="Noto Sans Bold"/>
                <a:cs typeface="Noto Sans Bold"/>
                <a:sym typeface="Noto Sans Bold"/>
              </a:rPr>
              <a:t>:</a:t>
            </a:r>
          </a:p>
          <a:p>
            <a:pPr algn="l">
              <a:lnSpc>
                <a:spcPts val="3500"/>
              </a:lnSpc>
              <a:spcBef>
                <a:spcPct val="0"/>
              </a:spcBef>
            </a:pPr>
            <a:r>
              <a:rPr lang="en-US" sz="2500" dirty="0">
                <a:solidFill>
                  <a:srgbClr val="000000"/>
                </a:solidFill>
                <a:latin typeface="Noto Sans"/>
                <a:ea typeface="Noto Sans"/>
                <a:cs typeface="Noto Sans"/>
                <a:sym typeface="Noto Sans"/>
              </a:rPr>
              <a:t> “😔 </a:t>
            </a:r>
            <a:r>
              <a:rPr lang="en-US" sz="2500" dirty="0" err="1">
                <a:solidFill>
                  <a:srgbClr val="000000"/>
                </a:solidFill>
                <a:latin typeface="Noto Sans"/>
                <a:ea typeface="Noto Sans"/>
                <a:cs typeface="Noto Sans"/>
                <a:sym typeface="Noto Sans"/>
              </a:rPr>
              <a:t>Rất</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tiếc</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hệ</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thống</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chưa</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tìm</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thấy</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món</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ăn</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phù</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hợp</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với</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yêu</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cầu</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của</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bạn</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Hãy</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thử</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thay</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đổi</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một</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vài</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tiêu</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chí</a:t>
            </a:r>
            <a:r>
              <a:rPr lang="en-US" sz="2500" dirty="0">
                <a:solidFill>
                  <a:srgbClr val="000000"/>
                </a:solidFill>
                <a:latin typeface="Noto Sans"/>
                <a:ea typeface="Noto Sans"/>
                <a:cs typeface="Noto Sans"/>
                <a:sym typeface="Noto Sans"/>
              </a:rPr>
              <a:t> </a:t>
            </a:r>
            <a:r>
              <a:rPr lang="en-US" sz="2500" dirty="0" err="1">
                <a:solidFill>
                  <a:srgbClr val="000000"/>
                </a:solidFill>
                <a:latin typeface="Noto Sans"/>
                <a:ea typeface="Noto Sans"/>
                <a:cs typeface="Noto Sans"/>
                <a:sym typeface="Noto Sans"/>
              </a:rPr>
              <a:t>nhé</a:t>
            </a:r>
            <a:r>
              <a:rPr lang="en-US" sz="2500" dirty="0">
                <a:solidFill>
                  <a:srgbClr val="000000"/>
                </a:solidFill>
                <a:latin typeface="Noto Sans"/>
                <a:ea typeface="Noto Sans"/>
                <a:cs typeface="Noto Sans"/>
                <a:sym typeface="Noto San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anim calcmode="lin" valueType="num">
                                      <p:cBhvr>
                                        <p:cTn id="19" dur="1000" fill="hold"/>
                                        <p:tgtEl>
                                          <p:spTgt spid="6"/>
                                        </p:tgtEl>
                                        <p:attrNameLst>
                                          <p:attrName>ppt_x</p:attrName>
                                        </p:attrNameLst>
                                      </p:cBhvr>
                                      <p:tavLst>
                                        <p:tav tm="0">
                                          <p:val>
                                            <p:strVal val="#ppt_x"/>
                                          </p:val>
                                        </p:tav>
                                        <p:tav tm="100000">
                                          <p:val>
                                            <p:strVal val="#ppt_x"/>
                                          </p:val>
                                        </p:tav>
                                      </p:tavLst>
                                    </p:anim>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2" presetClass="entr" presetSubtype="2" fill="hold" grpId="0"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1000" fill="hold"/>
                                        <p:tgtEl>
                                          <p:spTgt spid="3"/>
                                        </p:tgtEl>
                                        <p:attrNameLst>
                                          <p:attrName>ppt_x</p:attrName>
                                        </p:attrNameLst>
                                      </p:cBhvr>
                                      <p:tavLst>
                                        <p:tav tm="0">
                                          <p:val>
                                            <p:strVal val="1+#ppt_w/2"/>
                                          </p:val>
                                        </p:tav>
                                        <p:tav tm="100000">
                                          <p:val>
                                            <p:strVal val="#ppt_x"/>
                                          </p:val>
                                        </p:tav>
                                      </p:tavLst>
                                    </p:anim>
                                    <p:anim calcmode="lin" valueType="num">
                                      <p:cBhvr additive="base">
                                        <p:cTn id="25" dur="10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469ECF">
                <a:alpha val="100000"/>
              </a:srgbClr>
            </a:gs>
            <a:gs pos="100000">
              <a:srgbClr val="86FA5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0" y="-3314700"/>
            <a:ext cx="18288000" cy="5192097"/>
          </a:xfrm>
          <a:prstGeom prst="rect">
            <a:avLst/>
          </a:prstGeom>
          <a:gradFill rotWithShape="1">
            <a:gsLst>
              <a:gs pos="0">
                <a:srgbClr val="469ECF">
                  <a:alpha val="100000"/>
                </a:srgbClr>
              </a:gs>
              <a:gs pos="100000">
                <a:srgbClr val="86FA5D">
                  <a:alpha val="100000"/>
                </a:srgbClr>
              </a:gs>
            </a:gsLst>
            <a:path path="circle">
              <a:fillToRect r="100000" b="100000"/>
            </a:path>
            <a:tileRect l="-100000" t="-100000"/>
          </a:gradFill>
        </p:spPr>
        <p:txBody>
          <a:bodyPr/>
          <a:lstStyle/>
          <a:p>
            <a:endParaRPr lang="en-US"/>
          </a:p>
        </p:txBody>
      </p:sp>
      <p:sp>
        <p:nvSpPr>
          <p:cNvPr id="3" name="Freeform 3"/>
          <p:cNvSpPr/>
          <p:nvPr/>
        </p:nvSpPr>
        <p:spPr>
          <a:xfrm>
            <a:off x="2829200" y="1517335"/>
            <a:ext cx="12629600" cy="8519240"/>
          </a:xfrm>
          <a:custGeom>
            <a:avLst/>
            <a:gdLst/>
            <a:ahLst/>
            <a:cxnLst/>
            <a:rect l="l" t="t" r="r" b="b"/>
            <a:pathLst>
              <a:path w="12629600" h="8519240">
                <a:moveTo>
                  <a:pt x="0" y="0"/>
                </a:moveTo>
                <a:lnTo>
                  <a:pt x="12629600" y="0"/>
                </a:lnTo>
                <a:lnTo>
                  <a:pt x="12629600" y="8519240"/>
                </a:lnTo>
                <a:lnTo>
                  <a:pt x="0" y="8519240"/>
                </a:lnTo>
                <a:lnTo>
                  <a:pt x="0" y="0"/>
                </a:lnTo>
                <a:close/>
              </a:path>
            </a:pathLst>
          </a:custGeom>
          <a:blipFill>
            <a:blip r:embed="rId2">
              <a:alphaModFix amt="90000"/>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4" name="TextBox 4"/>
          <p:cNvSpPr txBox="1"/>
          <p:nvPr/>
        </p:nvSpPr>
        <p:spPr>
          <a:xfrm>
            <a:off x="1028700" y="114460"/>
            <a:ext cx="15357748" cy="1133475"/>
          </a:xfrm>
          <a:prstGeom prst="rect">
            <a:avLst/>
          </a:prstGeom>
        </p:spPr>
        <p:txBody>
          <a:bodyPr lIns="0" tIns="0" rIns="0" bIns="0" rtlCol="0" anchor="t">
            <a:spAutoFit/>
          </a:bodyPr>
          <a:lstStyle/>
          <a:p>
            <a:pPr algn="ctr">
              <a:lnSpc>
                <a:spcPts val="8999"/>
              </a:lnSpc>
            </a:pPr>
            <a:r>
              <a:rPr lang="en-US" sz="7499" dirty="0">
                <a:solidFill>
                  <a:srgbClr val="000000"/>
                </a:solidFill>
                <a:latin typeface="Lobster"/>
                <a:ea typeface="Lobster"/>
                <a:cs typeface="Lobster"/>
                <a:sym typeface="Lobster"/>
              </a:rPr>
              <a:t>Giao </a:t>
            </a:r>
            <a:r>
              <a:rPr lang="en-US" sz="7499" dirty="0" err="1">
                <a:solidFill>
                  <a:srgbClr val="000000"/>
                </a:solidFill>
                <a:latin typeface="Lobster"/>
                <a:ea typeface="Lobster"/>
                <a:cs typeface="Lobster"/>
                <a:sym typeface="Lobster"/>
              </a:rPr>
              <a:t>diện</a:t>
            </a:r>
            <a:r>
              <a:rPr lang="en-US" sz="7499" dirty="0">
                <a:solidFill>
                  <a:srgbClr val="000000"/>
                </a:solidFill>
                <a:latin typeface="Lobster"/>
                <a:ea typeface="Lobster"/>
                <a:cs typeface="Lobster"/>
                <a:sym typeface="Lobster"/>
              </a:rPr>
              <a:t> </a:t>
            </a:r>
            <a:r>
              <a:rPr lang="en-US" sz="7499" dirty="0" err="1">
                <a:solidFill>
                  <a:srgbClr val="000000"/>
                </a:solidFill>
                <a:latin typeface="Lobster"/>
                <a:ea typeface="Lobster"/>
                <a:cs typeface="Lobster"/>
                <a:sym typeface="Lobster"/>
              </a:rPr>
              <a:t>tùy</a:t>
            </a:r>
            <a:r>
              <a:rPr lang="en-US" sz="7499" dirty="0">
                <a:solidFill>
                  <a:srgbClr val="000000"/>
                </a:solidFill>
                <a:latin typeface="Lobster"/>
                <a:ea typeface="Lobster"/>
                <a:cs typeface="Lobster"/>
                <a:sym typeface="Lobster"/>
              </a:rPr>
              <a:t> </a:t>
            </a:r>
            <a:r>
              <a:rPr lang="en-US" sz="7499" dirty="0" err="1">
                <a:solidFill>
                  <a:srgbClr val="000000"/>
                </a:solidFill>
                <a:latin typeface="Lobster"/>
                <a:ea typeface="Lobster"/>
                <a:cs typeface="Lobster"/>
                <a:sym typeface="Lobster"/>
              </a:rPr>
              <a:t>chọn</a:t>
            </a:r>
            <a:r>
              <a:rPr lang="en-US" sz="7499" dirty="0">
                <a:solidFill>
                  <a:srgbClr val="000000"/>
                </a:solidFill>
                <a:latin typeface="Lobster"/>
                <a:ea typeface="Lobster"/>
                <a:cs typeface="Lobster"/>
                <a:sym typeface="Lobster"/>
              </a:rPr>
              <a:t> </a:t>
            </a:r>
            <a:r>
              <a:rPr lang="en-US" sz="7499" dirty="0" err="1">
                <a:solidFill>
                  <a:srgbClr val="000000"/>
                </a:solidFill>
                <a:latin typeface="Lobster"/>
                <a:ea typeface="Lobster"/>
                <a:cs typeface="Lobster"/>
                <a:sym typeface="Lobster"/>
              </a:rPr>
              <a:t>của</a:t>
            </a:r>
            <a:r>
              <a:rPr lang="en-US" sz="7499" dirty="0">
                <a:solidFill>
                  <a:srgbClr val="000000"/>
                </a:solidFill>
                <a:latin typeface="Lobster"/>
                <a:ea typeface="Lobster"/>
                <a:cs typeface="Lobster"/>
                <a:sym typeface="Lobster"/>
              </a:rPr>
              <a:t> </a:t>
            </a:r>
            <a:r>
              <a:rPr lang="en-US" sz="7499" dirty="0" err="1">
                <a:solidFill>
                  <a:srgbClr val="000000"/>
                </a:solidFill>
                <a:latin typeface="Lobster"/>
                <a:ea typeface="Lobster"/>
                <a:cs typeface="Lobster"/>
                <a:sym typeface="Lobster"/>
              </a:rPr>
              <a:t>hệ</a:t>
            </a:r>
            <a:r>
              <a:rPr lang="en-US" sz="7499" dirty="0">
                <a:solidFill>
                  <a:srgbClr val="000000"/>
                </a:solidFill>
                <a:latin typeface="Lobster"/>
                <a:ea typeface="Lobster"/>
                <a:cs typeface="Lobster"/>
                <a:sym typeface="Lobster"/>
              </a:rPr>
              <a:t> </a:t>
            </a:r>
            <a:r>
              <a:rPr lang="en-US" sz="7499" dirty="0" err="1">
                <a:solidFill>
                  <a:srgbClr val="000000"/>
                </a:solidFill>
                <a:latin typeface="Lobster"/>
                <a:ea typeface="Lobster"/>
                <a:cs typeface="Lobster"/>
                <a:sym typeface="Lobster"/>
              </a:rPr>
              <a:t>chuyên</a:t>
            </a:r>
            <a:r>
              <a:rPr lang="en-US" sz="7499" dirty="0">
                <a:solidFill>
                  <a:srgbClr val="000000"/>
                </a:solidFill>
                <a:latin typeface="Lobster"/>
                <a:ea typeface="Lobster"/>
                <a:cs typeface="Lobster"/>
                <a:sym typeface="Lobster"/>
              </a:rPr>
              <a:t> </a:t>
            </a:r>
            <a:r>
              <a:rPr lang="en-US" sz="7499" dirty="0" err="1">
                <a:solidFill>
                  <a:srgbClr val="000000"/>
                </a:solidFill>
                <a:latin typeface="Lobster"/>
                <a:ea typeface="Lobster"/>
                <a:cs typeface="Lobster"/>
                <a:sym typeface="Lobster"/>
              </a:rPr>
              <a:t>gia</a:t>
            </a:r>
            <a:endParaRPr lang="en-US" sz="7499" dirty="0">
              <a:solidFill>
                <a:srgbClr val="000000"/>
              </a:solidFill>
              <a:latin typeface="Lobster"/>
              <a:ea typeface="Lobster"/>
              <a:cs typeface="Lobster"/>
              <a:sym typeface="Lobster"/>
            </a:endParaRPr>
          </a:p>
        </p:txBody>
      </p:sp>
      <p:sp>
        <p:nvSpPr>
          <p:cNvPr id="5" name="TextBox 5"/>
          <p:cNvSpPr txBox="1"/>
          <p:nvPr/>
        </p:nvSpPr>
        <p:spPr>
          <a:xfrm>
            <a:off x="4909904" y="1858493"/>
            <a:ext cx="7105561" cy="580390"/>
          </a:xfrm>
          <a:prstGeom prst="rect">
            <a:avLst/>
          </a:prstGeom>
        </p:spPr>
        <p:txBody>
          <a:bodyPr lIns="0" tIns="0" rIns="0" bIns="0" rtlCol="0" anchor="t">
            <a:spAutoFit/>
          </a:bodyPr>
          <a:lstStyle/>
          <a:p>
            <a:pPr algn="just">
              <a:lnSpc>
                <a:spcPts val="4759"/>
              </a:lnSpc>
            </a:pPr>
            <a:r>
              <a:rPr lang="en-US" sz="3399" b="1" dirty="0">
                <a:solidFill>
                  <a:srgbClr val="000000"/>
                </a:solidFill>
                <a:latin typeface="Noto Sans"/>
                <a:ea typeface="Noto Sans"/>
                <a:cs typeface="Noto Sans"/>
                <a:sym typeface="Noto Sans"/>
              </a:rPr>
              <a:t>Khi </a:t>
            </a:r>
            <a:r>
              <a:rPr lang="en-US" sz="3399" b="1" dirty="0" err="1">
                <a:solidFill>
                  <a:srgbClr val="000000"/>
                </a:solidFill>
                <a:latin typeface="Noto Sans"/>
                <a:ea typeface="Noto Sans"/>
                <a:cs typeface="Noto Sans"/>
                <a:sym typeface="Noto Sans"/>
              </a:rPr>
              <a:t>nhấn</a:t>
            </a:r>
            <a:r>
              <a:rPr lang="en-US" sz="3399" b="1" dirty="0">
                <a:solidFill>
                  <a:srgbClr val="000000"/>
                </a:solidFill>
                <a:latin typeface="Noto Sans"/>
                <a:ea typeface="Noto Sans"/>
                <a:cs typeface="Noto Sans"/>
                <a:sym typeface="Noto Sans"/>
              </a:rPr>
              <a:t> </a:t>
            </a:r>
            <a:r>
              <a:rPr lang="en-US" sz="3399" b="1" dirty="0" err="1">
                <a:solidFill>
                  <a:srgbClr val="000000"/>
                </a:solidFill>
                <a:latin typeface="Noto Sans"/>
                <a:ea typeface="Noto Sans"/>
                <a:cs typeface="Noto Sans"/>
                <a:sym typeface="Noto Sans"/>
              </a:rPr>
              <a:t>vào</a:t>
            </a:r>
            <a:r>
              <a:rPr lang="en-US" sz="3399" b="1" dirty="0">
                <a:solidFill>
                  <a:srgbClr val="000000"/>
                </a:solidFill>
                <a:latin typeface="Noto Sans"/>
                <a:ea typeface="Noto Sans"/>
                <a:cs typeface="Noto Sans"/>
                <a:sym typeface="Noto Sans"/>
              </a:rPr>
              <a:t> </a:t>
            </a:r>
            <a:r>
              <a:rPr lang="en-US" sz="3399" b="1" dirty="0" err="1">
                <a:solidFill>
                  <a:srgbClr val="000000"/>
                </a:solidFill>
                <a:latin typeface="Noto Sans"/>
                <a:ea typeface="Noto Sans"/>
                <a:cs typeface="Noto Sans"/>
                <a:sym typeface="Noto Sans"/>
              </a:rPr>
              <a:t>nút</a:t>
            </a:r>
            <a:r>
              <a:rPr lang="en-US" sz="3399" b="1" dirty="0">
                <a:solidFill>
                  <a:srgbClr val="000000"/>
                </a:solidFill>
                <a:latin typeface="Noto Sans"/>
                <a:ea typeface="Noto Sans"/>
                <a:cs typeface="Noto Sans"/>
                <a:sym typeface="Noto Sans"/>
              </a:rPr>
              <a:t> </a:t>
            </a:r>
            <a:r>
              <a:rPr lang="en-US" sz="3399" b="1" dirty="0" err="1">
                <a:solidFill>
                  <a:srgbClr val="000000"/>
                </a:solidFill>
                <a:latin typeface="Noto Sans"/>
                <a:ea typeface="Noto Sans"/>
                <a:cs typeface="Noto Sans"/>
                <a:sym typeface="Noto Sans"/>
              </a:rPr>
              <a:t>này</a:t>
            </a:r>
            <a:r>
              <a:rPr lang="en-US" sz="3399" b="1" dirty="0">
                <a:solidFill>
                  <a:srgbClr val="000000"/>
                </a:solidFill>
                <a:latin typeface="Noto Sans"/>
                <a:ea typeface="Noto Sans"/>
                <a:cs typeface="Noto Sans"/>
                <a:sym typeface="Noto Sans"/>
              </a:rPr>
              <a:t> </a:t>
            </a:r>
            <a:r>
              <a:rPr lang="en-US" sz="3399" b="1" dirty="0" err="1">
                <a:solidFill>
                  <a:srgbClr val="000000"/>
                </a:solidFill>
                <a:latin typeface="Noto Sans"/>
                <a:ea typeface="Noto Sans"/>
                <a:cs typeface="Noto Sans"/>
                <a:sym typeface="Noto Sans"/>
              </a:rPr>
              <a:t>sẽ</a:t>
            </a:r>
            <a:r>
              <a:rPr lang="en-US" sz="3399" b="1" dirty="0">
                <a:solidFill>
                  <a:srgbClr val="000000"/>
                </a:solidFill>
                <a:latin typeface="Noto Sans"/>
                <a:ea typeface="Noto Sans"/>
                <a:cs typeface="Noto Sans"/>
                <a:sym typeface="Noto Sans"/>
              </a:rPr>
              <a:t> </a:t>
            </a:r>
            <a:r>
              <a:rPr lang="en-US" sz="3399" b="1" dirty="0" err="1">
                <a:solidFill>
                  <a:srgbClr val="000000"/>
                </a:solidFill>
                <a:latin typeface="Noto Sans"/>
                <a:ea typeface="Noto Sans"/>
                <a:cs typeface="Noto Sans"/>
                <a:sym typeface="Noto Sans"/>
              </a:rPr>
              <a:t>hiển</a:t>
            </a:r>
            <a:r>
              <a:rPr lang="en-US" sz="3399" b="1" dirty="0">
                <a:solidFill>
                  <a:srgbClr val="000000"/>
                </a:solidFill>
                <a:latin typeface="Noto Sans"/>
                <a:ea typeface="Noto Sans"/>
                <a:cs typeface="Noto Sans"/>
                <a:sym typeface="Noto Sans"/>
              </a:rPr>
              <a:t> </a:t>
            </a:r>
            <a:r>
              <a:rPr lang="en-US" sz="3399" b="1" dirty="0" err="1">
                <a:solidFill>
                  <a:srgbClr val="000000"/>
                </a:solidFill>
                <a:latin typeface="Noto Sans"/>
                <a:ea typeface="Noto Sans"/>
                <a:cs typeface="Noto Sans"/>
                <a:sym typeface="Noto Sans"/>
              </a:rPr>
              <a:t>thị</a:t>
            </a:r>
            <a:r>
              <a:rPr lang="en-US" sz="3399" b="1" dirty="0">
                <a:solidFill>
                  <a:srgbClr val="000000"/>
                </a:solidFill>
                <a:latin typeface="Noto Sans"/>
                <a:ea typeface="Noto Sans"/>
                <a:cs typeface="Noto Sans"/>
                <a:sym typeface="Noto Sans"/>
              </a:rPr>
              <a:t>:</a:t>
            </a:r>
          </a:p>
        </p:txBody>
      </p:sp>
      <p:sp>
        <p:nvSpPr>
          <p:cNvPr id="6" name="Freeform 6"/>
          <p:cNvSpPr/>
          <p:nvPr/>
        </p:nvSpPr>
        <p:spPr>
          <a:xfrm>
            <a:off x="3954175" y="3116115"/>
            <a:ext cx="4268799" cy="1170437"/>
          </a:xfrm>
          <a:custGeom>
            <a:avLst/>
            <a:gdLst/>
            <a:ahLst/>
            <a:cxnLst/>
            <a:rect l="l" t="t" r="r" b="b"/>
            <a:pathLst>
              <a:path w="4268799" h="1170437">
                <a:moveTo>
                  <a:pt x="0" y="0"/>
                </a:moveTo>
                <a:lnTo>
                  <a:pt x="4268799" y="0"/>
                </a:lnTo>
                <a:lnTo>
                  <a:pt x="4268799" y="1170438"/>
                </a:lnTo>
                <a:lnTo>
                  <a:pt x="0" y="1170438"/>
                </a:lnTo>
                <a:lnTo>
                  <a:pt x="0" y="0"/>
                </a:lnTo>
                <a:close/>
              </a:path>
            </a:pathLst>
          </a:custGeom>
          <a:blipFill>
            <a:blip r:embed="rId4"/>
            <a:stretch>
              <a:fillRect l="-6658" t="-2466" r="-2008" b="-12206"/>
            </a:stretch>
          </a:blipFill>
        </p:spPr>
        <p:txBody>
          <a:bodyPr/>
          <a:lstStyle/>
          <a:p>
            <a:endParaRPr lang="en-US"/>
          </a:p>
        </p:txBody>
      </p:sp>
      <p:sp>
        <p:nvSpPr>
          <p:cNvPr id="7" name="Freeform 7"/>
          <p:cNvSpPr/>
          <p:nvPr/>
        </p:nvSpPr>
        <p:spPr>
          <a:xfrm>
            <a:off x="3328878" y="4534203"/>
            <a:ext cx="6331575" cy="4989694"/>
          </a:xfrm>
          <a:custGeom>
            <a:avLst/>
            <a:gdLst/>
            <a:ahLst/>
            <a:cxnLst/>
            <a:rect l="l" t="t" r="r" b="b"/>
            <a:pathLst>
              <a:path w="6331575" h="4989694">
                <a:moveTo>
                  <a:pt x="0" y="0"/>
                </a:moveTo>
                <a:lnTo>
                  <a:pt x="6331576" y="0"/>
                </a:lnTo>
                <a:lnTo>
                  <a:pt x="6331576" y="4989694"/>
                </a:lnTo>
                <a:lnTo>
                  <a:pt x="0" y="4989694"/>
                </a:lnTo>
                <a:lnTo>
                  <a:pt x="0" y="0"/>
                </a:lnTo>
                <a:close/>
              </a:path>
            </a:pathLst>
          </a:custGeom>
          <a:blipFill>
            <a:blip r:embed="rId5"/>
            <a:stretch>
              <a:fillRect l="-1777" t="-1804"/>
            </a:stretch>
          </a:blipFill>
        </p:spPr>
        <p:txBody>
          <a:bodyPr/>
          <a:lstStyle/>
          <a:p>
            <a:endParaRPr lang="en-US" dirty="0"/>
          </a:p>
        </p:txBody>
      </p:sp>
      <p:sp>
        <p:nvSpPr>
          <p:cNvPr id="8" name="TextBox 8"/>
          <p:cNvSpPr txBox="1"/>
          <p:nvPr/>
        </p:nvSpPr>
        <p:spPr>
          <a:xfrm>
            <a:off x="9829800" y="4648827"/>
            <a:ext cx="4903289" cy="3580765"/>
          </a:xfrm>
          <a:prstGeom prst="rect">
            <a:avLst/>
          </a:prstGeom>
        </p:spPr>
        <p:txBody>
          <a:bodyPr lIns="0" tIns="0" rIns="0" bIns="0" rtlCol="0" anchor="t">
            <a:spAutoFit/>
          </a:bodyPr>
          <a:lstStyle/>
          <a:p>
            <a:pPr algn="just">
              <a:lnSpc>
                <a:spcPts val="4759"/>
              </a:lnSpc>
            </a:pPr>
            <a:r>
              <a:rPr lang="en-US" sz="3399" dirty="0" err="1">
                <a:solidFill>
                  <a:srgbClr val="000000"/>
                </a:solidFill>
                <a:latin typeface="Noto Sans"/>
                <a:ea typeface="Noto Sans"/>
                <a:cs typeface="Noto Sans"/>
                <a:sym typeface="Noto Sans"/>
              </a:rPr>
              <a:t>Chức</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năng</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chính</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của</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nút</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này</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dùng</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để</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cung</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cấp</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cho</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người</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dùng</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cách</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sử</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dụng</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thông</a:t>
            </a:r>
            <a:r>
              <a:rPr lang="en-US" sz="3399" dirty="0">
                <a:solidFill>
                  <a:srgbClr val="000000"/>
                </a:solidFill>
                <a:latin typeface="Noto Sans"/>
                <a:ea typeface="Noto Sans"/>
                <a:cs typeface="Noto Sans"/>
                <a:sym typeface="Noto Sans"/>
              </a:rPr>
              <a:t> tin </a:t>
            </a:r>
            <a:r>
              <a:rPr lang="en-US" sz="3399" dirty="0" err="1">
                <a:solidFill>
                  <a:srgbClr val="000000"/>
                </a:solidFill>
                <a:latin typeface="Noto Sans"/>
                <a:ea typeface="Noto Sans"/>
                <a:cs typeface="Noto Sans"/>
                <a:sym typeface="Noto Sans"/>
              </a:rPr>
              <a:t>liên</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hệ</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điều</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khoản</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và</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thoát</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ứng</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dụng</a:t>
            </a:r>
            <a:endParaRPr lang="en-US" sz="3399" dirty="0">
              <a:solidFill>
                <a:srgbClr val="000000"/>
              </a:solidFill>
              <a:latin typeface="Noto Sans"/>
              <a:ea typeface="Noto Sans"/>
              <a:cs typeface="Noto Sans"/>
              <a:sym typeface="Noto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fade">
                                      <p:cBhvr>
                                        <p:cTn id="13" dur="1000"/>
                                        <p:tgtEl>
                                          <p:spTgt spid="5">
                                            <p:txEl>
                                              <p:pRg st="0" end="0"/>
                                            </p:txEl>
                                          </p:spTgt>
                                        </p:tgtEl>
                                      </p:cBhvr>
                                    </p:animEffect>
                                    <p:anim calcmode="lin" valueType="num">
                                      <p:cBhvr>
                                        <p:cTn id="14"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ppt_x</p:attrName>
                                        </p:attrNameLst>
                                      </p:cBhvr>
                                      <p:tavLst>
                                        <p:tav tm="0">
                                          <p:val>
                                            <p:strVal val="#ppt_x"/>
                                          </p:val>
                                        </p:tav>
                                        <p:tav tm="100000">
                                          <p:val>
                                            <p:strVal val="#ppt_x"/>
                                          </p:val>
                                        </p:tav>
                                      </p:tavLst>
                                    </p:anim>
                                    <p:anim calcmode="lin" valueType="num">
                                      <p:cBhvr>
                                        <p:cTn id="27" dur="1000" fill="hold"/>
                                        <p:tgtEl>
                                          <p:spTgt spid="7"/>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1000"/>
                                        <p:tgtEl>
                                          <p:spTgt spid="8"/>
                                        </p:tgtEl>
                                      </p:cBhvr>
                                    </p:animEffect>
                                    <p:anim calcmode="lin" valueType="num">
                                      <p:cBhvr>
                                        <p:cTn id="31" dur="1000" fill="hold"/>
                                        <p:tgtEl>
                                          <p:spTgt spid="8"/>
                                        </p:tgtEl>
                                        <p:attrNameLst>
                                          <p:attrName>ppt_x</p:attrName>
                                        </p:attrNameLst>
                                      </p:cBhvr>
                                      <p:tavLst>
                                        <p:tav tm="0">
                                          <p:val>
                                            <p:strVal val="#ppt_x"/>
                                          </p:val>
                                        </p:tav>
                                        <p:tav tm="100000">
                                          <p:val>
                                            <p:strVal val="#ppt_x"/>
                                          </p:val>
                                        </p:tav>
                                      </p:tavLst>
                                    </p:anim>
                                    <p:anim calcmode="lin" valueType="num">
                                      <p:cBhvr>
                                        <p:cTn id="3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568089" y="3451860"/>
            <a:ext cx="8767172" cy="4067430"/>
          </a:xfrm>
          <a:custGeom>
            <a:avLst/>
            <a:gdLst/>
            <a:ahLst/>
            <a:cxnLst/>
            <a:rect l="l" t="t" r="r" b="b"/>
            <a:pathLst>
              <a:path w="8767172" h="4067430">
                <a:moveTo>
                  <a:pt x="0" y="0"/>
                </a:moveTo>
                <a:lnTo>
                  <a:pt x="8767172" y="0"/>
                </a:lnTo>
                <a:lnTo>
                  <a:pt x="8767172" y="4067430"/>
                </a:lnTo>
                <a:lnTo>
                  <a:pt x="0" y="4067430"/>
                </a:lnTo>
                <a:lnTo>
                  <a:pt x="0" y="0"/>
                </a:lnTo>
                <a:close/>
              </a:path>
            </a:pathLst>
          </a:custGeom>
          <a:blipFill>
            <a:blip r:embed="rId2"/>
            <a:stretch>
              <a:fillRect l="-1960" t="-2482" r="-12218" b="-2112"/>
            </a:stretch>
          </a:blipFill>
        </p:spPr>
        <p:txBody>
          <a:bodyPr/>
          <a:lstStyle/>
          <a:p>
            <a:endParaRPr lang="en-US"/>
          </a:p>
        </p:txBody>
      </p:sp>
      <p:sp>
        <p:nvSpPr>
          <p:cNvPr id="3" name="Freeform 3"/>
          <p:cNvSpPr/>
          <p:nvPr/>
        </p:nvSpPr>
        <p:spPr>
          <a:xfrm>
            <a:off x="10068505" y="1750875"/>
            <a:ext cx="7190795" cy="1127004"/>
          </a:xfrm>
          <a:custGeom>
            <a:avLst/>
            <a:gdLst/>
            <a:ahLst/>
            <a:cxnLst/>
            <a:rect l="l" t="t" r="r" b="b"/>
            <a:pathLst>
              <a:path w="7190795" h="1127004">
                <a:moveTo>
                  <a:pt x="0" y="0"/>
                </a:moveTo>
                <a:lnTo>
                  <a:pt x="7190795" y="0"/>
                </a:lnTo>
                <a:lnTo>
                  <a:pt x="7190795" y="1127004"/>
                </a:lnTo>
                <a:lnTo>
                  <a:pt x="0" y="1127004"/>
                </a:lnTo>
                <a:lnTo>
                  <a:pt x="0" y="0"/>
                </a:lnTo>
                <a:close/>
              </a:path>
            </a:pathLst>
          </a:custGeom>
          <a:blipFill>
            <a:blip r:embed="rId3"/>
            <a:stretch>
              <a:fillRect t="-7424" b="-7424"/>
            </a:stretch>
          </a:blipFill>
        </p:spPr>
        <p:txBody>
          <a:bodyPr/>
          <a:lstStyle/>
          <a:p>
            <a:endParaRPr lang="en-US"/>
          </a:p>
        </p:txBody>
      </p:sp>
      <p:sp>
        <p:nvSpPr>
          <p:cNvPr id="4" name="Freeform 4"/>
          <p:cNvSpPr/>
          <p:nvPr/>
        </p:nvSpPr>
        <p:spPr>
          <a:xfrm>
            <a:off x="9816036" y="2255111"/>
            <a:ext cx="7679872" cy="7483762"/>
          </a:xfrm>
          <a:custGeom>
            <a:avLst/>
            <a:gdLst/>
            <a:ahLst/>
            <a:cxnLst/>
            <a:rect l="l" t="t" r="r" b="b"/>
            <a:pathLst>
              <a:path w="7679872" h="7483762">
                <a:moveTo>
                  <a:pt x="0" y="0"/>
                </a:moveTo>
                <a:lnTo>
                  <a:pt x="7679872" y="0"/>
                </a:lnTo>
                <a:lnTo>
                  <a:pt x="7679872" y="7483762"/>
                </a:lnTo>
                <a:lnTo>
                  <a:pt x="0" y="7483762"/>
                </a:lnTo>
                <a:lnTo>
                  <a:pt x="0" y="0"/>
                </a:lnTo>
                <a:close/>
              </a:path>
            </a:pathLst>
          </a:custGeom>
          <a:blipFill>
            <a:blip r:embed="rId4"/>
            <a:stretch>
              <a:fillRect t="-20723" b="-7954"/>
            </a:stretch>
          </a:blipFill>
        </p:spPr>
        <p:txBody>
          <a:bodyPr/>
          <a:lstStyle/>
          <a:p>
            <a:endParaRPr lang="en-US"/>
          </a:p>
        </p:txBody>
      </p:sp>
      <p:sp>
        <p:nvSpPr>
          <p:cNvPr id="5" name="TextBox 5"/>
          <p:cNvSpPr txBox="1"/>
          <p:nvPr/>
        </p:nvSpPr>
        <p:spPr>
          <a:xfrm>
            <a:off x="10458586" y="2197961"/>
            <a:ext cx="6410633" cy="521335"/>
          </a:xfrm>
          <a:prstGeom prst="rect">
            <a:avLst/>
          </a:prstGeom>
        </p:spPr>
        <p:txBody>
          <a:bodyPr lIns="0" tIns="0" rIns="0" bIns="0" rtlCol="0" anchor="t">
            <a:spAutoFit/>
          </a:bodyPr>
          <a:lstStyle/>
          <a:p>
            <a:pPr algn="ctr">
              <a:lnSpc>
                <a:spcPts val="4340"/>
              </a:lnSpc>
              <a:spcBef>
                <a:spcPct val="0"/>
              </a:spcBef>
            </a:pPr>
            <a:r>
              <a:rPr lang="en-US" sz="3100">
                <a:solidFill>
                  <a:srgbClr val="000000"/>
                </a:solidFill>
                <a:latin typeface="Noto Sans"/>
                <a:ea typeface="Noto Sans"/>
                <a:cs typeface="Noto Sans"/>
                <a:sym typeface="Noto Sans"/>
              </a:rPr>
              <a:t>HƯỚNG DẪN SỬ DỤNG</a:t>
            </a:r>
          </a:p>
        </p:txBody>
      </p:sp>
      <p:sp>
        <p:nvSpPr>
          <p:cNvPr id="6" name="TextBox 6"/>
          <p:cNvSpPr txBox="1"/>
          <p:nvPr/>
        </p:nvSpPr>
        <p:spPr>
          <a:xfrm>
            <a:off x="10186907" y="3404235"/>
            <a:ext cx="6953991" cy="6153785"/>
          </a:xfrm>
          <a:prstGeom prst="rect">
            <a:avLst/>
          </a:prstGeom>
        </p:spPr>
        <p:txBody>
          <a:bodyPr lIns="0" tIns="0" rIns="0" bIns="0" rtlCol="0" anchor="t">
            <a:spAutoFit/>
          </a:bodyPr>
          <a:lstStyle/>
          <a:p>
            <a:pPr marL="539748" lvl="1" indent="-269874" algn="just">
              <a:lnSpc>
                <a:spcPts val="3499"/>
              </a:lnSpc>
              <a:buFont typeface="Arial"/>
              <a:buChar char="•"/>
            </a:pPr>
            <a:r>
              <a:rPr lang="en-US" sz="2499">
                <a:solidFill>
                  <a:srgbClr val="000000"/>
                </a:solidFill>
                <a:latin typeface="Noto Sans"/>
                <a:ea typeface="Noto Sans"/>
                <a:cs typeface="Noto Sans"/>
                <a:sym typeface="Noto Sans"/>
              </a:rPr>
              <a:t>Hệ thống đưa ra các hướng dẫn sử dụng với mục đích:</a:t>
            </a:r>
          </a:p>
          <a:p>
            <a:pPr marL="539748" lvl="1" indent="-269874" algn="just">
              <a:lnSpc>
                <a:spcPts val="3499"/>
              </a:lnSpc>
              <a:buFont typeface="Arial"/>
              <a:buChar char="•"/>
            </a:pPr>
            <a:r>
              <a:rPr lang="en-US" sz="2499">
                <a:solidFill>
                  <a:srgbClr val="000000"/>
                </a:solidFill>
                <a:latin typeface="Noto Sans"/>
                <a:ea typeface="Noto Sans"/>
                <a:cs typeface="Noto Sans"/>
                <a:sym typeface="Noto Sans"/>
              </a:rPr>
              <a:t>Giúp người dùng hiểu rõ cách thao tác trên ứng dụng một cách thuận tiện và chính xác.</a:t>
            </a:r>
          </a:p>
          <a:p>
            <a:pPr marL="539748" lvl="1" indent="-269874" algn="just">
              <a:lnSpc>
                <a:spcPts val="3499"/>
              </a:lnSpc>
              <a:buFont typeface="Arial"/>
              <a:buChar char="•"/>
            </a:pPr>
            <a:r>
              <a:rPr lang="en-US" sz="2499">
                <a:solidFill>
                  <a:srgbClr val="000000"/>
                </a:solidFill>
                <a:latin typeface="Noto Sans"/>
                <a:ea typeface="Noto Sans"/>
                <a:cs typeface="Noto Sans"/>
                <a:sym typeface="Noto Sans"/>
              </a:rPr>
              <a:t>Hướng dẫn cụ thể từ bước chọn thông tin cần thiết (tỉnh, mùa, loại món, nguyên liệu chính, nguyên liệu phụ và khẩu vị)</a:t>
            </a:r>
          </a:p>
          <a:p>
            <a:pPr marL="539748" lvl="1" indent="-269874" algn="just">
              <a:lnSpc>
                <a:spcPts val="3499"/>
              </a:lnSpc>
              <a:buFont typeface="Arial"/>
              <a:buChar char="•"/>
            </a:pPr>
            <a:r>
              <a:rPr lang="en-US" sz="2499">
                <a:solidFill>
                  <a:srgbClr val="000000"/>
                </a:solidFill>
                <a:latin typeface="Noto Sans"/>
                <a:ea typeface="Noto Sans"/>
                <a:cs typeface="Noto Sans"/>
                <a:sym typeface="Noto Sans"/>
              </a:rPr>
              <a:t>Hỗ trợ người dùng xem và hiểu kết quả gợi ý địa điểm sau khi nhấn nút “Tìm kiếm”.</a:t>
            </a:r>
          </a:p>
          <a:p>
            <a:pPr marL="539748" lvl="1" indent="-269874" algn="just">
              <a:lnSpc>
                <a:spcPts val="3499"/>
              </a:lnSpc>
              <a:buFont typeface="Arial"/>
              <a:buChar char="•"/>
            </a:pPr>
            <a:r>
              <a:rPr lang="en-US" sz="2499">
                <a:solidFill>
                  <a:srgbClr val="000000"/>
                </a:solidFill>
                <a:latin typeface="Noto Sans"/>
                <a:ea typeface="Noto Sans"/>
                <a:cs typeface="Noto Sans"/>
                <a:sym typeface="Noto Sans"/>
              </a:rPr>
              <a:t>Đảm bảo quá trình sử dụng ứng dụng diễn ra dễ dàng, hiệu quả, đồng thời mang lại kết quả phù hợp với nhu cầu cá nhân.</a:t>
            </a:r>
          </a:p>
          <a:p>
            <a:pPr algn="just">
              <a:lnSpc>
                <a:spcPts val="3779"/>
              </a:lnSpc>
            </a:pPr>
            <a:endParaRPr lang="en-US" sz="2499">
              <a:solidFill>
                <a:srgbClr val="000000"/>
              </a:solidFill>
              <a:latin typeface="Noto Sans"/>
              <a:ea typeface="Noto Sans"/>
              <a:cs typeface="Noto Sans"/>
              <a:sym typeface="Noto Sans"/>
            </a:endParaRPr>
          </a:p>
        </p:txBody>
      </p:sp>
      <p:sp>
        <p:nvSpPr>
          <p:cNvPr id="7" name="TextBox 7"/>
          <p:cNvSpPr txBox="1"/>
          <p:nvPr/>
        </p:nvSpPr>
        <p:spPr>
          <a:xfrm>
            <a:off x="-152400" y="728479"/>
            <a:ext cx="11783478" cy="936154"/>
          </a:xfrm>
          <a:prstGeom prst="rect">
            <a:avLst/>
          </a:prstGeom>
        </p:spPr>
        <p:txBody>
          <a:bodyPr wrap="square" lIns="0" tIns="0" rIns="0" bIns="0" rtlCol="0" anchor="t">
            <a:spAutoFit/>
          </a:bodyPr>
          <a:lstStyle/>
          <a:p>
            <a:pPr algn="ctr">
              <a:lnSpc>
                <a:spcPts val="7279"/>
              </a:lnSpc>
              <a:spcBef>
                <a:spcPct val="0"/>
              </a:spcBef>
            </a:pPr>
            <a:r>
              <a:rPr lang="en-US" sz="7500" b="1" dirty="0" err="1">
                <a:solidFill>
                  <a:srgbClr val="000000"/>
                </a:solidFill>
                <a:latin typeface="Lobster" panose="00000500000000000000" pitchFamily="2" charset="-93"/>
                <a:ea typeface="Saira"/>
                <a:cs typeface="Saira"/>
                <a:sym typeface="Saira"/>
              </a:rPr>
              <a:t>Hộp</a:t>
            </a:r>
            <a:r>
              <a:rPr lang="en-US" sz="7500" b="1" dirty="0">
                <a:solidFill>
                  <a:srgbClr val="000000"/>
                </a:solidFill>
                <a:latin typeface="Lobster" panose="00000500000000000000" pitchFamily="2" charset="-93"/>
                <a:ea typeface="Saira"/>
                <a:cs typeface="Saira"/>
                <a:sym typeface="Saira"/>
              </a:rPr>
              <a:t> </a:t>
            </a:r>
            <a:r>
              <a:rPr lang="en-US" sz="7500" b="1" dirty="0" err="1">
                <a:solidFill>
                  <a:srgbClr val="000000"/>
                </a:solidFill>
                <a:latin typeface="Lobster" panose="00000500000000000000" pitchFamily="2" charset="-93"/>
                <a:ea typeface="Saira"/>
                <a:cs typeface="Saira"/>
                <a:sym typeface="Saira"/>
              </a:rPr>
              <a:t>thoại</a:t>
            </a:r>
            <a:r>
              <a:rPr lang="en-US" sz="7500" b="1" dirty="0">
                <a:solidFill>
                  <a:srgbClr val="000000"/>
                </a:solidFill>
                <a:latin typeface="Lobster" panose="00000500000000000000" pitchFamily="2" charset="-93"/>
                <a:ea typeface="Saira"/>
                <a:cs typeface="Saira"/>
                <a:sym typeface="Saira"/>
              </a:rPr>
              <a:t> </a:t>
            </a:r>
            <a:r>
              <a:rPr lang="en-US" sz="7500" b="1" dirty="0" err="1">
                <a:solidFill>
                  <a:srgbClr val="000000"/>
                </a:solidFill>
                <a:latin typeface="Lobster" panose="00000500000000000000" pitchFamily="2" charset="-93"/>
                <a:ea typeface="Saira"/>
                <a:cs typeface="Saira"/>
                <a:sym typeface="Saira"/>
              </a:rPr>
              <a:t>hướng</a:t>
            </a:r>
            <a:r>
              <a:rPr lang="en-US" sz="7500" b="1" dirty="0">
                <a:solidFill>
                  <a:srgbClr val="000000"/>
                </a:solidFill>
                <a:latin typeface="Lobster" panose="00000500000000000000" pitchFamily="2" charset="-93"/>
                <a:ea typeface="Saira"/>
                <a:cs typeface="Saira"/>
                <a:sym typeface="Saira"/>
              </a:rPr>
              <a:t> </a:t>
            </a:r>
            <a:r>
              <a:rPr lang="en-US" sz="7500" b="1" dirty="0" err="1">
                <a:solidFill>
                  <a:srgbClr val="000000"/>
                </a:solidFill>
                <a:latin typeface="Lobster" panose="00000500000000000000" pitchFamily="2" charset="-93"/>
                <a:ea typeface="Saira"/>
                <a:cs typeface="Saira"/>
                <a:sym typeface="Saira"/>
              </a:rPr>
              <a:t>dẫn</a:t>
            </a:r>
            <a:r>
              <a:rPr lang="en-US" sz="7500" b="1" dirty="0">
                <a:solidFill>
                  <a:srgbClr val="000000"/>
                </a:solidFill>
                <a:latin typeface="Lobster" panose="00000500000000000000" pitchFamily="2" charset="-93"/>
                <a:ea typeface="Saira"/>
                <a:cs typeface="Saira"/>
                <a:sym typeface="Saira"/>
              </a:rPr>
              <a:t> </a:t>
            </a:r>
            <a:r>
              <a:rPr lang="en-US" sz="7500" b="1" dirty="0" err="1">
                <a:solidFill>
                  <a:srgbClr val="000000"/>
                </a:solidFill>
                <a:latin typeface="Lobster" panose="00000500000000000000" pitchFamily="2" charset="-93"/>
                <a:ea typeface="Saira"/>
                <a:cs typeface="Saira"/>
                <a:sym typeface="Saira"/>
              </a:rPr>
              <a:t>sử</a:t>
            </a:r>
            <a:r>
              <a:rPr lang="en-US" sz="7500" b="1" dirty="0">
                <a:solidFill>
                  <a:srgbClr val="000000"/>
                </a:solidFill>
                <a:latin typeface="Lobster" panose="00000500000000000000" pitchFamily="2" charset="-93"/>
                <a:ea typeface="Saira"/>
                <a:cs typeface="Saira"/>
                <a:sym typeface="Saira"/>
              </a:rPr>
              <a:t> </a:t>
            </a:r>
            <a:r>
              <a:rPr lang="en-US" sz="7500" b="1" dirty="0" err="1">
                <a:solidFill>
                  <a:srgbClr val="000000"/>
                </a:solidFill>
                <a:latin typeface="Lobster" panose="00000500000000000000" pitchFamily="2" charset="-93"/>
                <a:ea typeface="Saira"/>
                <a:cs typeface="Saira"/>
                <a:sym typeface="Saira"/>
              </a:rPr>
              <a:t>dụng</a:t>
            </a:r>
            <a:endParaRPr lang="en-US" sz="7500" b="1" dirty="0">
              <a:solidFill>
                <a:srgbClr val="000000"/>
              </a:solidFill>
              <a:latin typeface="Lobster" panose="00000500000000000000" pitchFamily="2" charset="-93"/>
              <a:ea typeface="Saira"/>
              <a:cs typeface="Saira"/>
              <a:sym typeface="Sair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 presetClass="entr" presetSubtype="8"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1000" fill="hold"/>
                                        <p:tgtEl>
                                          <p:spTgt spid="2"/>
                                        </p:tgtEl>
                                        <p:attrNameLst>
                                          <p:attrName>ppt_x</p:attrName>
                                        </p:attrNameLst>
                                      </p:cBhvr>
                                      <p:tavLst>
                                        <p:tav tm="0">
                                          <p:val>
                                            <p:strVal val="0-#ppt_w/2"/>
                                          </p:val>
                                        </p:tav>
                                        <p:tav tm="100000">
                                          <p:val>
                                            <p:strVal val="#ppt_x"/>
                                          </p:val>
                                        </p:tav>
                                      </p:tavLst>
                                    </p:anim>
                                    <p:anim calcmode="lin" valueType="num">
                                      <p:cBhvr additive="base">
                                        <p:cTn id="13" dur="1000" fill="hold"/>
                                        <p:tgtEl>
                                          <p:spTgt spid="2"/>
                                        </p:tgtEl>
                                        <p:attrNameLst>
                                          <p:attrName>ppt_y</p:attrName>
                                        </p:attrNameLst>
                                      </p:cBhvr>
                                      <p:tavLst>
                                        <p:tav tm="0">
                                          <p:val>
                                            <p:strVal val="#ppt_y"/>
                                          </p:val>
                                        </p:tav>
                                        <p:tav tm="100000">
                                          <p:val>
                                            <p:strVal val="#ppt_y"/>
                                          </p:val>
                                        </p:tav>
                                      </p:tavLst>
                                    </p:anim>
                                  </p:childTnLst>
                                </p:cTn>
                              </p:par>
                            </p:childTnLst>
                          </p:cTn>
                        </p:par>
                        <p:par>
                          <p:cTn id="14" fill="hold">
                            <p:stCondLst>
                              <p:cond delay="1750"/>
                            </p:stCondLst>
                            <p:childTnLst>
                              <p:par>
                                <p:cTn id="15" presetID="42" presetClass="entr" presetSubtype="0"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1000"/>
                                        <p:tgtEl>
                                          <p:spTgt spid="5"/>
                                        </p:tgtEl>
                                      </p:cBhvr>
                                    </p:animEffect>
                                    <p:anim calcmode="lin" valueType="num">
                                      <p:cBhvr>
                                        <p:cTn id="33" dur="1000" fill="hold"/>
                                        <p:tgtEl>
                                          <p:spTgt spid="5"/>
                                        </p:tgtEl>
                                        <p:attrNameLst>
                                          <p:attrName>ppt_x</p:attrName>
                                        </p:attrNameLst>
                                      </p:cBhvr>
                                      <p:tavLst>
                                        <p:tav tm="0">
                                          <p:val>
                                            <p:strVal val="#ppt_x"/>
                                          </p:val>
                                        </p:tav>
                                        <p:tav tm="100000">
                                          <p:val>
                                            <p:strVal val="#ppt_x"/>
                                          </p:val>
                                        </p:tav>
                                      </p:tavLst>
                                    </p:anim>
                                    <p:anim calcmode="lin" valueType="num">
                                      <p:cBhvr>
                                        <p:cTn id="3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179285" y="3714165"/>
            <a:ext cx="7489181" cy="4043764"/>
          </a:xfrm>
          <a:custGeom>
            <a:avLst/>
            <a:gdLst/>
            <a:ahLst/>
            <a:cxnLst/>
            <a:rect l="l" t="t" r="r" b="b"/>
            <a:pathLst>
              <a:path w="7489181" h="4043764">
                <a:moveTo>
                  <a:pt x="0" y="0"/>
                </a:moveTo>
                <a:lnTo>
                  <a:pt x="7489181" y="0"/>
                </a:lnTo>
                <a:lnTo>
                  <a:pt x="7489181" y="4043764"/>
                </a:lnTo>
                <a:lnTo>
                  <a:pt x="0" y="4043764"/>
                </a:lnTo>
                <a:lnTo>
                  <a:pt x="0" y="0"/>
                </a:lnTo>
                <a:close/>
              </a:path>
            </a:pathLst>
          </a:custGeom>
          <a:blipFill>
            <a:blip r:embed="rId2"/>
            <a:stretch>
              <a:fillRect l="-924" t="-1470" r="-5151" b="-4453"/>
            </a:stretch>
          </a:blipFill>
        </p:spPr>
        <p:txBody>
          <a:bodyPr/>
          <a:lstStyle/>
          <a:p>
            <a:endParaRPr lang="en-US"/>
          </a:p>
        </p:txBody>
      </p:sp>
      <p:sp>
        <p:nvSpPr>
          <p:cNvPr id="3" name="TextBox 3"/>
          <p:cNvSpPr txBox="1"/>
          <p:nvPr/>
        </p:nvSpPr>
        <p:spPr>
          <a:xfrm>
            <a:off x="1295400" y="800100"/>
            <a:ext cx="7159382" cy="1064394"/>
          </a:xfrm>
          <a:prstGeom prst="rect">
            <a:avLst/>
          </a:prstGeom>
        </p:spPr>
        <p:txBody>
          <a:bodyPr wrap="square" lIns="0" tIns="0" rIns="0" bIns="0" rtlCol="0" anchor="t">
            <a:spAutoFit/>
          </a:bodyPr>
          <a:lstStyle/>
          <a:p>
            <a:pPr algn="ctr">
              <a:lnSpc>
                <a:spcPts val="8259"/>
              </a:lnSpc>
              <a:spcBef>
                <a:spcPct val="0"/>
              </a:spcBef>
            </a:pPr>
            <a:r>
              <a:rPr lang="en-US" sz="7500" b="1" dirty="0" err="1">
                <a:solidFill>
                  <a:srgbClr val="000000"/>
                </a:solidFill>
                <a:latin typeface="Lobster" panose="00000500000000000000" pitchFamily="2" charset="-93"/>
                <a:ea typeface="Sansita Bold"/>
                <a:cs typeface="Sansita Bold"/>
                <a:sym typeface="Sansita Bold"/>
              </a:rPr>
              <a:t>Hộp</a:t>
            </a:r>
            <a:r>
              <a:rPr lang="en-US" sz="7500" b="1" dirty="0">
                <a:solidFill>
                  <a:srgbClr val="000000"/>
                </a:solidFill>
                <a:latin typeface="Lobster" panose="00000500000000000000" pitchFamily="2" charset="-93"/>
                <a:ea typeface="Sansita Bold"/>
                <a:cs typeface="Sansita Bold"/>
                <a:sym typeface="Sansita Bold"/>
              </a:rPr>
              <a:t> </a:t>
            </a:r>
            <a:r>
              <a:rPr lang="en-US" sz="7500" b="1" dirty="0" err="1">
                <a:solidFill>
                  <a:srgbClr val="000000"/>
                </a:solidFill>
                <a:latin typeface="Lobster" panose="00000500000000000000" pitchFamily="2" charset="-93"/>
                <a:ea typeface="Sansita Bold"/>
                <a:cs typeface="Sansita Bold"/>
                <a:sym typeface="Sansita Bold"/>
              </a:rPr>
              <a:t>thoại</a:t>
            </a:r>
            <a:r>
              <a:rPr lang="en-US" sz="7500" b="1" dirty="0">
                <a:solidFill>
                  <a:srgbClr val="000000"/>
                </a:solidFill>
                <a:latin typeface="Lobster" panose="00000500000000000000" pitchFamily="2" charset="-93"/>
                <a:ea typeface="Sansita Bold"/>
                <a:cs typeface="Sansita Bold"/>
                <a:sym typeface="Sansita Bold"/>
              </a:rPr>
              <a:t> </a:t>
            </a:r>
            <a:r>
              <a:rPr lang="en-US" sz="7500" b="1" dirty="0" err="1">
                <a:solidFill>
                  <a:srgbClr val="000000"/>
                </a:solidFill>
                <a:latin typeface="Lobster" panose="00000500000000000000" pitchFamily="2" charset="-93"/>
                <a:ea typeface="Sansita Bold"/>
                <a:cs typeface="Sansita Bold"/>
                <a:sym typeface="Sansita Bold"/>
              </a:rPr>
              <a:t>liên</a:t>
            </a:r>
            <a:r>
              <a:rPr lang="en-US" sz="7500" b="1" dirty="0">
                <a:solidFill>
                  <a:srgbClr val="000000"/>
                </a:solidFill>
                <a:latin typeface="Lobster" panose="00000500000000000000" pitchFamily="2" charset="-93"/>
                <a:ea typeface="Sansita Bold"/>
                <a:cs typeface="Sansita Bold"/>
                <a:sym typeface="Sansita Bold"/>
              </a:rPr>
              <a:t> </a:t>
            </a:r>
            <a:r>
              <a:rPr lang="en-US" sz="7500" b="1" dirty="0" err="1">
                <a:solidFill>
                  <a:srgbClr val="000000"/>
                </a:solidFill>
                <a:latin typeface="Lobster" panose="00000500000000000000" pitchFamily="2" charset="-93"/>
                <a:ea typeface="Sansita Bold"/>
                <a:cs typeface="Sansita Bold"/>
                <a:sym typeface="Sansita Bold"/>
              </a:rPr>
              <a:t>hệ</a:t>
            </a:r>
            <a:endParaRPr lang="en-US" sz="7500" b="1" dirty="0">
              <a:solidFill>
                <a:srgbClr val="000000"/>
              </a:solidFill>
              <a:latin typeface="Lobster" panose="00000500000000000000" pitchFamily="2" charset="-93"/>
              <a:ea typeface="Sansita Bold"/>
              <a:cs typeface="Sansita Bold"/>
              <a:sym typeface="Sansita Bold"/>
            </a:endParaRPr>
          </a:p>
        </p:txBody>
      </p:sp>
      <p:sp>
        <p:nvSpPr>
          <p:cNvPr id="4" name="Freeform 4"/>
          <p:cNvSpPr/>
          <p:nvPr/>
        </p:nvSpPr>
        <p:spPr>
          <a:xfrm>
            <a:off x="9674632" y="1211036"/>
            <a:ext cx="7190795" cy="1127004"/>
          </a:xfrm>
          <a:custGeom>
            <a:avLst/>
            <a:gdLst/>
            <a:ahLst/>
            <a:cxnLst/>
            <a:rect l="l" t="t" r="r" b="b"/>
            <a:pathLst>
              <a:path w="7190795" h="1127004">
                <a:moveTo>
                  <a:pt x="0" y="0"/>
                </a:moveTo>
                <a:lnTo>
                  <a:pt x="7190795" y="0"/>
                </a:lnTo>
                <a:lnTo>
                  <a:pt x="7190795" y="1127004"/>
                </a:lnTo>
                <a:lnTo>
                  <a:pt x="0" y="1127004"/>
                </a:lnTo>
                <a:lnTo>
                  <a:pt x="0" y="0"/>
                </a:lnTo>
                <a:close/>
              </a:path>
            </a:pathLst>
          </a:custGeom>
          <a:blipFill>
            <a:blip r:embed="rId3"/>
            <a:stretch>
              <a:fillRect t="-7424" b="-7424"/>
            </a:stretch>
          </a:blipFill>
        </p:spPr>
        <p:txBody>
          <a:bodyPr/>
          <a:lstStyle/>
          <a:p>
            <a:endParaRPr lang="en-US"/>
          </a:p>
        </p:txBody>
      </p:sp>
      <p:sp>
        <p:nvSpPr>
          <p:cNvPr id="5" name="Freeform 5"/>
          <p:cNvSpPr/>
          <p:nvPr/>
        </p:nvSpPr>
        <p:spPr>
          <a:xfrm>
            <a:off x="9549181" y="2006630"/>
            <a:ext cx="7441698" cy="7251670"/>
          </a:xfrm>
          <a:custGeom>
            <a:avLst/>
            <a:gdLst/>
            <a:ahLst/>
            <a:cxnLst/>
            <a:rect l="l" t="t" r="r" b="b"/>
            <a:pathLst>
              <a:path w="7441698" h="7251670">
                <a:moveTo>
                  <a:pt x="0" y="0"/>
                </a:moveTo>
                <a:lnTo>
                  <a:pt x="7441698" y="0"/>
                </a:lnTo>
                <a:lnTo>
                  <a:pt x="7441698" y="7251670"/>
                </a:lnTo>
                <a:lnTo>
                  <a:pt x="0" y="7251670"/>
                </a:lnTo>
                <a:lnTo>
                  <a:pt x="0" y="0"/>
                </a:lnTo>
                <a:close/>
              </a:path>
            </a:pathLst>
          </a:custGeom>
          <a:blipFill>
            <a:blip r:embed="rId4"/>
            <a:stretch>
              <a:fillRect t="-20723" b="-7954"/>
            </a:stretch>
          </a:blipFill>
        </p:spPr>
        <p:txBody>
          <a:bodyPr/>
          <a:lstStyle/>
          <a:p>
            <a:endParaRPr lang="en-US"/>
          </a:p>
        </p:txBody>
      </p:sp>
      <p:sp>
        <p:nvSpPr>
          <p:cNvPr id="6" name="TextBox 6"/>
          <p:cNvSpPr txBox="1"/>
          <p:nvPr/>
        </p:nvSpPr>
        <p:spPr>
          <a:xfrm>
            <a:off x="9793034" y="1485295"/>
            <a:ext cx="6410633" cy="521335"/>
          </a:xfrm>
          <a:prstGeom prst="rect">
            <a:avLst/>
          </a:prstGeom>
        </p:spPr>
        <p:txBody>
          <a:bodyPr lIns="0" tIns="0" rIns="0" bIns="0" rtlCol="0" anchor="t">
            <a:spAutoFit/>
          </a:bodyPr>
          <a:lstStyle/>
          <a:p>
            <a:pPr algn="ctr">
              <a:lnSpc>
                <a:spcPts val="4340"/>
              </a:lnSpc>
              <a:spcBef>
                <a:spcPct val="0"/>
              </a:spcBef>
            </a:pPr>
            <a:r>
              <a:rPr lang="en-US" sz="3100">
                <a:solidFill>
                  <a:srgbClr val="000000"/>
                </a:solidFill>
                <a:latin typeface="Noto Sans"/>
                <a:ea typeface="Noto Sans"/>
                <a:cs typeface="Noto Sans"/>
                <a:sym typeface="Noto Sans"/>
              </a:rPr>
              <a:t>THÔNG TIN LIÊN HỆ</a:t>
            </a:r>
          </a:p>
        </p:txBody>
      </p:sp>
      <p:sp>
        <p:nvSpPr>
          <p:cNvPr id="7" name="TextBox 7"/>
          <p:cNvSpPr txBox="1"/>
          <p:nvPr/>
        </p:nvSpPr>
        <p:spPr>
          <a:xfrm>
            <a:off x="9793034" y="2533083"/>
            <a:ext cx="6953991" cy="6179820"/>
          </a:xfrm>
          <a:prstGeom prst="rect">
            <a:avLst/>
          </a:prstGeom>
        </p:spPr>
        <p:txBody>
          <a:bodyPr lIns="0" tIns="0" rIns="0" bIns="0" rtlCol="0" anchor="t">
            <a:spAutoFit/>
          </a:bodyPr>
          <a:lstStyle/>
          <a:p>
            <a:pPr algn="just">
              <a:lnSpc>
                <a:spcPts val="3779"/>
              </a:lnSpc>
            </a:pPr>
            <a:r>
              <a:rPr lang="en-US" sz="2699">
                <a:solidFill>
                  <a:srgbClr val="000000"/>
                </a:solidFill>
                <a:latin typeface="Noto Sans"/>
                <a:ea typeface="Noto Sans"/>
                <a:cs typeface="Noto Sans"/>
                <a:sym typeface="Noto Sans"/>
              </a:rPr>
              <a:t>Mục đích của giao diện Liên hệ là:</a:t>
            </a:r>
          </a:p>
          <a:p>
            <a:pPr algn="just">
              <a:lnSpc>
                <a:spcPts val="3779"/>
              </a:lnSpc>
            </a:pPr>
            <a:r>
              <a:rPr lang="en-US" sz="2699">
                <a:solidFill>
                  <a:srgbClr val="000000"/>
                </a:solidFill>
                <a:latin typeface="Noto Sans"/>
                <a:ea typeface="Noto Sans"/>
                <a:cs typeface="Noto Sans"/>
                <a:sym typeface="Noto Sans"/>
              </a:rPr>
              <a:t>➡️ Cung cấp thông tin liên lạc của nhóm phát triển để người dùng có thể:</a:t>
            </a:r>
          </a:p>
          <a:p>
            <a:pPr algn="just">
              <a:lnSpc>
                <a:spcPts val="3779"/>
              </a:lnSpc>
            </a:pPr>
            <a:r>
              <a:rPr lang="en-US" sz="2699">
                <a:solidFill>
                  <a:srgbClr val="000000"/>
                </a:solidFill>
                <a:latin typeface="Noto Sans"/>
                <a:ea typeface="Noto Sans"/>
                <a:cs typeface="Noto Sans"/>
                <a:sym typeface="Noto Sans"/>
              </a:rPr>
              <a:t>Gửi câu hỏi, góp ý về ứng dụng.</a:t>
            </a:r>
          </a:p>
          <a:p>
            <a:pPr algn="just">
              <a:lnSpc>
                <a:spcPts val="3779"/>
              </a:lnSpc>
            </a:pPr>
            <a:r>
              <a:rPr lang="en-US" sz="2699">
                <a:solidFill>
                  <a:srgbClr val="000000"/>
                </a:solidFill>
                <a:latin typeface="Noto Sans"/>
                <a:ea typeface="Noto Sans"/>
                <a:cs typeface="Noto Sans"/>
                <a:sym typeface="Noto Sans"/>
              </a:rPr>
              <a:t>Yêu cầu hỗ trợ trong quá trình sử dụng ứng dụng.</a:t>
            </a:r>
          </a:p>
          <a:p>
            <a:pPr algn="just">
              <a:lnSpc>
                <a:spcPts val="3779"/>
              </a:lnSpc>
            </a:pPr>
            <a:r>
              <a:rPr lang="en-US" sz="2699">
                <a:solidFill>
                  <a:srgbClr val="000000"/>
                </a:solidFill>
                <a:latin typeface="Noto Sans"/>
                <a:ea typeface="Noto Sans"/>
                <a:cs typeface="Noto Sans"/>
                <a:sym typeface="Noto Sans"/>
              </a:rPr>
              <a:t>➡️ Tạo kênh kết nối trực tiếp giữa người dùng và nhóm phát triển, nhằm cải thiện trải nghiệm sử dụng và giải quyết các vấn đề kỹ thuật nếu có.</a:t>
            </a:r>
          </a:p>
          <a:p>
            <a:pPr algn="just">
              <a:lnSpc>
                <a:spcPts val="3779"/>
              </a:lnSpc>
              <a:spcBef>
                <a:spcPct val="0"/>
              </a:spcBef>
            </a:pPr>
            <a:r>
              <a:rPr lang="en-US" sz="2699">
                <a:solidFill>
                  <a:srgbClr val="000000"/>
                </a:solidFill>
                <a:latin typeface="Noto Sans"/>
                <a:ea typeface="Noto Sans"/>
                <a:cs typeface="Noto Sans"/>
                <a:sym typeface="Noto Sans"/>
              </a:rPr>
              <a:t>➡️ Thể hiện sự chuyên nghiệp và trân trọng người dùng thông qua lời cảm ơn và cung cấp đầy đủ thông tin cá nhân liên hệ.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8"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1000" fill="hold"/>
                                        <p:tgtEl>
                                          <p:spTgt spid="2"/>
                                        </p:tgtEl>
                                        <p:attrNameLst>
                                          <p:attrName>ppt_x</p:attrName>
                                        </p:attrNameLst>
                                      </p:cBhvr>
                                      <p:tavLst>
                                        <p:tav tm="0">
                                          <p:val>
                                            <p:strVal val="0-#ppt_w/2"/>
                                          </p:val>
                                        </p:tav>
                                        <p:tav tm="100000">
                                          <p:val>
                                            <p:strVal val="#ppt_x"/>
                                          </p:val>
                                        </p:tav>
                                      </p:tavLst>
                                    </p:anim>
                                    <p:anim calcmode="lin" valueType="num">
                                      <p:cBhvr additive="base">
                                        <p:cTn id="14" dur="1000" fill="hold"/>
                                        <p:tgtEl>
                                          <p:spTgt spid="2"/>
                                        </p:tgtEl>
                                        <p:attrNameLst>
                                          <p:attrName>ppt_y</p:attrName>
                                        </p:attrNameLst>
                                      </p:cBhvr>
                                      <p:tavLst>
                                        <p:tav tm="0">
                                          <p:val>
                                            <p:strVal val="#ppt_y"/>
                                          </p:val>
                                        </p:tav>
                                        <p:tav tm="100000">
                                          <p:val>
                                            <p:strVal val="#ppt_y"/>
                                          </p:val>
                                        </p:tav>
                                      </p:tavLst>
                                    </p:anim>
                                  </p:childTnLst>
                                </p:cTn>
                              </p:par>
                            </p:childTnLst>
                          </p:cTn>
                        </p:par>
                        <p:par>
                          <p:cTn id="15" fill="hold">
                            <p:stCondLst>
                              <p:cond delay="2000"/>
                            </p:stCondLst>
                            <p:childTnLst>
                              <p:par>
                                <p:cTn id="16" presetID="42" presetClass="entr" presetSubtype="0"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1000"/>
                                        <p:tgtEl>
                                          <p:spTgt spid="4"/>
                                        </p:tgtEl>
                                      </p:cBhvr>
                                    </p:animEffect>
                                    <p:anim calcmode="lin" valueType="num">
                                      <p:cBhvr>
                                        <p:cTn id="19" dur="1000" fill="hold"/>
                                        <p:tgtEl>
                                          <p:spTgt spid="4"/>
                                        </p:tgtEl>
                                        <p:attrNameLst>
                                          <p:attrName>ppt_x</p:attrName>
                                        </p:attrNameLst>
                                      </p:cBhvr>
                                      <p:tavLst>
                                        <p:tav tm="0">
                                          <p:val>
                                            <p:strVal val="#ppt_x"/>
                                          </p:val>
                                        </p:tav>
                                        <p:tav tm="100000">
                                          <p:val>
                                            <p:strVal val="#ppt_x"/>
                                          </p:val>
                                        </p:tav>
                                      </p:tavLst>
                                    </p:anim>
                                    <p:anim calcmode="lin" valueType="num">
                                      <p:cBhvr>
                                        <p:cTn id="20" dur="1000" fill="hold"/>
                                        <p:tgtEl>
                                          <p:spTgt spid="4"/>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1000"/>
                                        <p:tgtEl>
                                          <p:spTgt spid="6"/>
                                        </p:tgtEl>
                                      </p:cBhvr>
                                    </p:animEffect>
                                    <p:anim calcmode="lin" valueType="num">
                                      <p:cBhvr>
                                        <p:cTn id="24" dur="1000" fill="hold"/>
                                        <p:tgtEl>
                                          <p:spTgt spid="6"/>
                                        </p:tgtEl>
                                        <p:attrNameLst>
                                          <p:attrName>ppt_x</p:attrName>
                                        </p:attrNameLst>
                                      </p:cBhvr>
                                      <p:tavLst>
                                        <p:tav tm="0">
                                          <p:val>
                                            <p:strVal val="#ppt_x"/>
                                          </p:val>
                                        </p:tav>
                                        <p:tav tm="100000">
                                          <p:val>
                                            <p:strVal val="#ppt_x"/>
                                          </p:val>
                                        </p:tav>
                                      </p:tavLst>
                                    </p:anim>
                                    <p:anim calcmode="lin" valueType="num">
                                      <p:cBhvr>
                                        <p:cTn id="25" dur="1000" fill="hold"/>
                                        <p:tgtEl>
                                          <p:spTgt spid="6"/>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1000"/>
                                        <p:tgtEl>
                                          <p:spTgt spid="5"/>
                                        </p:tgtEl>
                                      </p:cBhvr>
                                    </p:animEffect>
                                    <p:anim calcmode="lin" valueType="num">
                                      <p:cBhvr>
                                        <p:cTn id="34" dur="1000" fill="hold"/>
                                        <p:tgtEl>
                                          <p:spTgt spid="5"/>
                                        </p:tgtEl>
                                        <p:attrNameLst>
                                          <p:attrName>ppt_x</p:attrName>
                                        </p:attrNameLst>
                                      </p:cBhvr>
                                      <p:tavLst>
                                        <p:tav tm="0">
                                          <p:val>
                                            <p:strVal val="#ppt_x"/>
                                          </p:val>
                                        </p:tav>
                                        <p:tav tm="100000">
                                          <p:val>
                                            <p:strVal val="#ppt_x"/>
                                          </p:val>
                                        </p:tav>
                                      </p:tavLst>
                                    </p:anim>
                                    <p:anim calcmode="lin" valueType="num">
                                      <p:cBhvr>
                                        <p:cTn id="3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5" grpId="0" animBg="1"/>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27568" y="2559124"/>
            <a:ext cx="8353401" cy="2232395"/>
          </a:xfrm>
          <a:custGeom>
            <a:avLst/>
            <a:gdLst/>
            <a:ahLst/>
            <a:cxnLst/>
            <a:rect l="l" t="t" r="r" b="b"/>
            <a:pathLst>
              <a:path w="8353401" h="2232395">
                <a:moveTo>
                  <a:pt x="0" y="0"/>
                </a:moveTo>
                <a:lnTo>
                  <a:pt x="8353401" y="0"/>
                </a:lnTo>
                <a:lnTo>
                  <a:pt x="8353401" y="2232395"/>
                </a:lnTo>
                <a:lnTo>
                  <a:pt x="0" y="2232395"/>
                </a:lnTo>
                <a:lnTo>
                  <a:pt x="0" y="0"/>
                </a:lnTo>
                <a:close/>
              </a:path>
            </a:pathLst>
          </a:custGeom>
          <a:blipFill>
            <a:blip r:embed="rId2"/>
            <a:stretch>
              <a:fillRect l="-818" r="-1558" b="-1360"/>
            </a:stretch>
          </a:blipFill>
        </p:spPr>
        <p:txBody>
          <a:bodyPr/>
          <a:lstStyle/>
          <a:p>
            <a:endParaRPr lang="en-US"/>
          </a:p>
        </p:txBody>
      </p:sp>
      <p:sp>
        <p:nvSpPr>
          <p:cNvPr id="3" name="TextBox 3"/>
          <p:cNvSpPr txBox="1"/>
          <p:nvPr/>
        </p:nvSpPr>
        <p:spPr>
          <a:xfrm>
            <a:off x="790599" y="942975"/>
            <a:ext cx="11020401" cy="846386"/>
          </a:xfrm>
          <a:prstGeom prst="rect">
            <a:avLst/>
          </a:prstGeom>
        </p:spPr>
        <p:txBody>
          <a:bodyPr wrap="square" lIns="0" tIns="0" rIns="0" bIns="0" rtlCol="0" anchor="t">
            <a:spAutoFit/>
          </a:bodyPr>
          <a:lstStyle/>
          <a:p>
            <a:pPr algn="ctr">
              <a:lnSpc>
                <a:spcPts val="6439"/>
              </a:lnSpc>
              <a:spcBef>
                <a:spcPct val="0"/>
              </a:spcBef>
            </a:pPr>
            <a:r>
              <a:rPr lang="en-US" sz="7500" dirty="0" err="1">
                <a:solidFill>
                  <a:srgbClr val="000000"/>
                </a:solidFill>
                <a:latin typeface="Lobster" panose="00000500000000000000" pitchFamily="2" charset="-93"/>
                <a:ea typeface="Noto Sans"/>
                <a:cs typeface="Noto Sans"/>
                <a:sym typeface="Noto Sans"/>
              </a:rPr>
              <a:t>Hộp</a:t>
            </a:r>
            <a:r>
              <a:rPr lang="en-US" sz="7500" dirty="0">
                <a:solidFill>
                  <a:srgbClr val="000000"/>
                </a:solidFill>
                <a:latin typeface="Lobster" panose="00000500000000000000" pitchFamily="2" charset="-93"/>
                <a:ea typeface="Noto Sans"/>
                <a:cs typeface="Noto Sans"/>
                <a:sym typeface="Noto Sans"/>
              </a:rPr>
              <a:t> </a:t>
            </a:r>
            <a:r>
              <a:rPr lang="en-US" sz="7500" dirty="0" err="1">
                <a:solidFill>
                  <a:srgbClr val="000000"/>
                </a:solidFill>
                <a:latin typeface="Lobster" panose="00000500000000000000" pitchFamily="2" charset="-93"/>
                <a:ea typeface="Noto Sans"/>
                <a:cs typeface="Noto Sans"/>
                <a:sym typeface="Noto Sans"/>
              </a:rPr>
              <a:t>thoại</a:t>
            </a:r>
            <a:r>
              <a:rPr lang="en-US" sz="7500" dirty="0">
                <a:solidFill>
                  <a:srgbClr val="000000"/>
                </a:solidFill>
                <a:latin typeface="Lobster" panose="00000500000000000000" pitchFamily="2" charset="-93"/>
                <a:ea typeface="Noto Sans"/>
                <a:cs typeface="Noto Sans"/>
                <a:sym typeface="Noto Sans"/>
              </a:rPr>
              <a:t> </a:t>
            </a:r>
            <a:r>
              <a:rPr lang="en-US" sz="7500" dirty="0" err="1">
                <a:solidFill>
                  <a:srgbClr val="000000"/>
                </a:solidFill>
                <a:latin typeface="Lobster" panose="00000500000000000000" pitchFamily="2" charset="-93"/>
                <a:ea typeface="Noto Sans"/>
                <a:cs typeface="Noto Sans"/>
                <a:sym typeface="Noto Sans"/>
              </a:rPr>
              <a:t>điều</a:t>
            </a:r>
            <a:r>
              <a:rPr lang="en-US" sz="7500" dirty="0">
                <a:solidFill>
                  <a:srgbClr val="000000"/>
                </a:solidFill>
                <a:latin typeface="Lobster" panose="00000500000000000000" pitchFamily="2" charset="-93"/>
                <a:ea typeface="Noto Sans"/>
                <a:cs typeface="Noto Sans"/>
                <a:sym typeface="Noto Sans"/>
              </a:rPr>
              <a:t> </a:t>
            </a:r>
            <a:r>
              <a:rPr lang="en-US" sz="7500" dirty="0" err="1">
                <a:solidFill>
                  <a:srgbClr val="000000"/>
                </a:solidFill>
                <a:latin typeface="Lobster" panose="00000500000000000000" pitchFamily="2" charset="-93"/>
                <a:ea typeface="Noto Sans"/>
                <a:cs typeface="Noto Sans"/>
                <a:sym typeface="Noto Sans"/>
              </a:rPr>
              <a:t>khoản</a:t>
            </a:r>
            <a:r>
              <a:rPr lang="en-US" sz="7500" dirty="0">
                <a:solidFill>
                  <a:srgbClr val="000000"/>
                </a:solidFill>
                <a:latin typeface="Lobster" panose="00000500000000000000" pitchFamily="2" charset="-93"/>
                <a:ea typeface="Noto Sans"/>
                <a:cs typeface="Noto Sans"/>
                <a:sym typeface="Noto Sans"/>
              </a:rPr>
              <a:t> </a:t>
            </a:r>
            <a:r>
              <a:rPr lang="en-US" sz="7500" dirty="0" err="1">
                <a:solidFill>
                  <a:srgbClr val="000000"/>
                </a:solidFill>
                <a:latin typeface="Lobster" panose="00000500000000000000" pitchFamily="2" charset="-93"/>
                <a:ea typeface="Noto Sans"/>
                <a:cs typeface="Noto Sans"/>
                <a:sym typeface="Noto Sans"/>
              </a:rPr>
              <a:t>sử</a:t>
            </a:r>
            <a:r>
              <a:rPr lang="en-US" sz="7500" dirty="0">
                <a:solidFill>
                  <a:srgbClr val="000000"/>
                </a:solidFill>
                <a:latin typeface="Lobster" panose="00000500000000000000" pitchFamily="2" charset="-93"/>
                <a:ea typeface="Noto Sans"/>
                <a:cs typeface="Noto Sans"/>
                <a:sym typeface="Noto Sans"/>
              </a:rPr>
              <a:t> </a:t>
            </a:r>
            <a:r>
              <a:rPr lang="en-US" sz="7500" dirty="0" err="1">
                <a:solidFill>
                  <a:srgbClr val="000000"/>
                </a:solidFill>
                <a:latin typeface="Lobster" panose="00000500000000000000" pitchFamily="2" charset="-93"/>
                <a:ea typeface="Noto Sans"/>
                <a:cs typeface="Noto Sans"/>
                <a:sym typeface="Noto Sans"/>
              </a:rPr>
              <a:t>dụng</a:t>
            </a:r>
            <a:endParaRPr lang="en-US" sz="7500" dirty="0">
              <a:solidFill>
                <a:srgbClr val="000000"/>
              </a:solidFill>
              <a:latin typeface="Lobster" panose="00000500000000000000" pitchFamily="2" charset="-93"/>
              <a:ea typeface="Noto Sans"/>
              <a:cs typeface="Noto Sans"/>
              <a:sym typeface="Noto Sans"/>
            </a:endParaRPr>
          </a:p>
        </p:txBody>
      </p:sp>
      <p:sp>
        <p:nvSpPr>
          <p:cNvPr id="4" name="Freeform 4"/>
          <p:cNvSpPr/>
          <p:nvPr/>
        </p:nvSpPr>
        <p:spPr>
          <a:xfrm>
            <a:off x="1605857" y="5065655"/>
            <a:ext cx="7190795" cy="1127004"/>
          </a:xfrm>
          <a:custGeom>
            <a:avLst/>
            <a:gdLst/>
            <a:ahLst/>
            <a:cxnLst/>
            <a:rect l="l" t="t" r="r" b="b"/>
            <a:pathLst>
              <a:path w="7190795" h="1127004">
                <a:moveTo>
                  <a:pt x="0" y="0"/>
                </a:moveTo>
                <a:lnTo>
                  <a:pt x="7190795" y="0"/>
                </a:lnTo>
                <a:lnTo>
                  <a:pt x="7190795" y="1127003"/>
                </a:lnTo>
                <a:lnTo>
                  <a:pt x="0" y="1127003"/>
                </a:lnTo>
                <a:lnTo>
                  <a:pt x="0" y="0"/>
                </a:lnTo>
                <a:close/>
              </a:path>
            </a:pathLst>
          </a:custGeom>
          <a:blipFill>
            <a:blip r:embed="rId3"/>
            <a:stretch>
              <a:fillRect t="-7424" b="-7424"/>
            </a:stretch>
          </a:blipFill>
        </p:spPr>
        <p:txBody>
          <a:bodyPr/>
          <a:lstStyle/>
          <a:p>
            <a:endParaRPr lang="en-US"/>
          </a:p>
        </p:txBody>
      </p:sp>
      <p:sp>
        <p:nvSpPr>
          <p:cNvPr id="5" name="Freeform 5"/>
          <p:cNvSpPr/>
          <p:nvPr/>
        </p:nvSpPr>
        <p:spPr>
          <a:xfrm>
            <a:off x="9817602" y="2370372"/>
            <a:ext cx="7959429" cy="7251670"/>
          </a:xfrm>
          <a:custGeom>
            <a:avLst/>
            <a:gdLst/>
            <a:ahLst/>
            <a:cxnLst/>
            <a:rect l="l" t="t" r="r" b="b"/>
            <a:pathLst>
              <a:path w="7959429" h="7251670">
                <a:moveTo>
                  <a:pt x="0" y="0"/>
                </a:moveTo>
                <a:lnTo>
                  <a:pt x="7959429" y="0"/>
                </a:lnTo>
                <a:lnTo>
                  <a:pt x="7959429" y="7251670"/>
                </a:lnTo>
                <a:lnTo>
                  <a:pt x="0" y="7251670"/>
                </a:lnTo>
                <a:lnTo>
                  <a:pt x="0" y="0"/>
                </a:lnTo>
                <a:close/>
              </a:path>
            </a:pathLst>
          </a:custGeom>
          <a:blipFill>
            <a:blip r:embed="rId4"/>
            <a:stretch>
              <a:fillRect t="-25643" b="-11986"/>
            </a:stretch>
          </a:blipFill>
        </p:spPr>
        <p:txBody>
          <a:bodyPr/>
          <a:lstStyle/>
          <a:p>
            <a:endParaRPr lang="en-US"/>
          </a:p>
        </p:txBody>
      </p:sp>
      <p:sp>
        <p:nvSpPr>
          <p:cNvPr id="6" name="Freeform 6"/>
          <p:cNvSpPr/>
          <p:nvPr/>
        </p:nvSpPr>
        <p:spPr>
          <a:xfrm>
            <a:off x="1221540" y="5629156"/>
            <a:ext cx="7959429" cy="4191563"/>
          </a:xfrm>
          <a:custGeom>
            <a:avLst/>
            <a:gdLst/>
            <a:ahLst/>
            <a:cxnLst/>
            <a:rect l="l" t="t" r="r" b="b"/>
            <a:pathLst>
              <a:path w="7959429" h="4191563">
                <a:moveTo>
                  <a:pt x="0" y="0"/>
                </a:moveTo>
                <a:lnTo>
                  <a:pt x="7959429" y="0"/>
                </a:lnTo>
                <a:lnTo>
                  <a:pt x="7959429" y="4191563"/>
                </a:lnTo>
                <a:lnTo>
                  <a:pt x="0" y="4191563"/>
                </a:lnTo>
                <a:lnTo>
                  <a:pt x="0" y="0"/>
                </a:lnTo>
                <a:close/>
              </a:path>
            </a:pathLst>
          </a:custGeom>
          <a:blipFill>
            <a:blip r:embed="rId4"/>
            <a:stretch>
              <a:fillRect t="-117371" b="-20737"/>
            </a:stretch>
          </a:blipFill>
        </p:spPr>
        <p:txBody>
          <a:bodyPr/>
          <a:lstStyle/>
          <a:p>
            <a:endParaRPr lang="en-US"/>
          </a:p>
        </p:txBody>
      </p:sp>
      <p:sp>
        <p:nvSpPr>
          <p:cNvPr id="7" name="TextBox 7"/>
          <p:cNvSpPr txBox="1"/>
          <p:nvPr/>
        </p:nvSpPr>
        <p:spPr>
          <a:xfrm>
            <a:off x="1798839" y="5394136"/>
            <a:ext cx="6410633" cy="521335"/>
          </a:xfrm>
          <a:prstGeom prst="rect">
            <a:avLst/>
          </a:prstGeom>
        </p:spPr>
        <p:txBody>
          <a:bodyPr lIns="0" tIns="0" rIns="0" bIns="0" rtlCol="0" anchor="t">
            <a:spAutoFit/>
          </a:bodyPr>
          <a:lstStyle/>
          <a:p>
            <a:pPr algn="ctr">
              <a:lnSpc>
                <a:spcPts val="4340"/>
              </a:lnSpc>
              <a:spcBef>
                <a:spcPct val="0"/>
              </a:spcBef>
            </a:pPr>
            <a:r>
              <a:rPr lang="en-US" sz="3100">
                <a:solidFill>
                  <a:srgbClr val="000000"/>
                </a:solidFill>
                <a:latin typeface="Noto Sans"/>
                <a:ea typeface="Noto Sans"/>
                <a:cs typeface="Noto Sans"/>
                <a:sym typeface="Noto Sans"/>
              </a:rPr>
              <a:t>ĐIỀU KHOẢN SỬ DỤNG</a:t>
            </a:r>
          </a:p>
        </p:txBody>
      </p:sp>
      <p:sp>
        <p:nvSpPr>
          <p:cNvPr id="8" name="TextBox 8"/>
          <p:cNvSpPr txBox="1"/>
          <p:nvPr/>
        </p:nvSpPr>
        <p:spPr>
          <a:xfrm>
            <a:off x="10084556" y="2674431"/>
            <a:ext cx="6953991" cy="6424930"/>
          </a:xfrm>
          <a:prstGeom prst="rect">
            <a:avLst/>
          </a:prstGeom>
        </p:spPr>
        <p:txBody>
          <a:bodyPr lIns="0" tIns="0" rIns="0" bIns="0" rtlCol="0" anchor="t">
            <a:spAutoFit/>
          </a:bodyPr>
          <a:lstStyle/>
          <a:p>
            <a:pPr algn="just">
              <a:lnSpc>
                <a:spcPts val="3919"/>
              </a:lnSpc>
            </a:pPr>
            <a:r>
              <a:rPr lang="en-US" sz="2799" b="1" dirty="0">
                <a:solidFill>
                  <a:srgbClr val="000000"/>
                </a:solidFill>
                <a:latin typeface="Noto Sans Bold"/>
                <a:ea typeface="Noto Sans Bold"/>
                <a:cs typeface="Noto Sans Bold"/>
                <a:sym typeface="Noto Sans Bold"/>
              </a:rPr>
              <a:t>*</a:t>
            </a:r>
            <a:r>
              <a:rPr lang="en-US" sz="2799" b="1" dirty="0" err="1">
                <a:solidFill>
                  <a:srgbClr val="000000"/>
                </a:solidFill>
                <a:latin typeface="Noto Sans Bold"/>
                <a:ea typeface="Noto Sans Bold"/>
                <a:cs typeface="Noto Sans Bold"/>
                <a:sym typeface="Noto Sans Bold"/>
              </a:rPr>
              <a:t>Cụ</a:t>
            </a:r>
            <a:r>
              <a:rPr lang="en-US" sz="2799" b="1" dirty="0">
                <a:solidFill>
                  <a:srgbClr val="000000"/>
                </a:solidFill>
                <a:latin typeface="Noto Sans Bold"/>
                <a:ea typeface="Noto Sans Bold"/>
                <a:cs typeface="Noto Sans Bold"/>
                <a:sym typeface="Noto Sans Bold"/>
              </a:rPr>
              <a:t> </a:t>
            </a:r>
            <a:r>
              <a:rPr lang="en-US" sz="2799" b="1" dirty="0" err="1">
                <a:solidFill>
                  <a:srgbClr val="000000"/>
                </a:solidFill>
                <a:latin typeface="Noto Sans Bold"/>
                <a:ea typeface="Noto Sans Bold"/>
                <a:cs typeface="Noto Sans Bold"/>
                <a:sym typeface="Noto Sans Bold"/>
              </a:rPr>
              <a:t>thể</a:t>
            </a:r>
            <a:r>
              <a:rPr lang="en-US" sz="2799" b="1" dirty="0">
                <a:solidFill>
                  <a:srgbClr val="000000"/>
                </a:solidFill>
                <a:latin typeface="Noto Sans Bold"/>
                <a:ea typeface="Noto Sans Bold"/>
                <a:cs typeface="Noto Sans Bold"/>
                <a:sym typeface="Noto Sans Bold"/>
              </a:rPr>
              <a:t>:</a:t>
            </a:r>
          </a:p>
          <a:p>
            <a:pPr marL="604516" lvl="1" indent="-302258" algn="just">
              <a:lnSpc>
                <a:spcPts val="3919"/>
              </a:lnSpc>
              <a:buFont typeface="Arial"/>
              <a:buChar char="•"/>
            </a:pPr>
            <a:r>
              <a:rPr lang="en-US" sz="2799" dirty="0" err="1">
                <a:solidFill>
                  <a:srgbClr val="000000"/>
                </a:solidFill>
                <a:latin typeface="Noto Sans"/>
                <a:ea typeface="Noto Sans"/>
                <a:cs typeface="Noto Sans"/>
                <a:sym typeface="Noto Sans"/>
              </a:rPr>
              <a:t>Ứng</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dụng</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chỉ</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dùng</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để</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tham</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khảo</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địa</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điểm</a:t>
            </a:r>
            <a:r>
              <a:rPr lang="en-US" sz="2799" dirty="0">
                <a:solidFill>
                  <a:srgbClr val="000000"/>
                </a:solidFill>
                <a:latin typeface="Noto Sans"/>
                <a:ea typeface="Noto Sans"/>
                <a:cs typeface="Noto Sans"/>
                <a:sym typeface="Noto Sans"/>
              </a:rPr>
              <a:t> du </a:t>
            </a:r>
            <a:r>
              <a:rPr lang="en-US" sz="2799" dirty="0" err="1">
                <a:solidFill>
                  <a:srgbClr val="000000"/>
                </a:solidFill>
                <a:latin typeface="Noto Sans"/>
                <a:ea typeface="Noto Sans"/>
                <a:cs typeface="Noto Sans"/>
                <a:sym typeface="Noto Sans"/>
              </a:rPr>
              <a:t>lịch</a:t>
            </a:r>
            <a:r>
              <a:rPr lang="en-US" sz="2799" dirty="0">
                <a:solidFill>
                  <a:srgbClr val="000000"/>
                </a:solidFill>
                <a:latin typeface="Noto Sans"/>
                <a:ea typeface="Noto Sans"/>
                <a:cs typeface="Noto Sans"/>
                <a:sym typeface="Noto Sans"/>
              </a:rPr>
              <a:t>.</a:t>
            </a:r>
          </a:p>
          <a:p>
            <a:pPr marL="604516" lvl="1" indent="-302258" algn="just">
              <a:lnSpc>
                <a:spcPts val="3919"/>
              </a:lnSpc>
              <a:buFont typeface="Arial"/>
              <a:buChar char="•"/>
            </a:pPr>
            <a:r>
              <a:rPr lang="en-US" sz="2799" dirty="0" err="1">
                <a:solidFill>
                  <a:srgbClr val="000000"/>
                </a:solidFill>
                <a:latin typeface="Noto Sans"/>
                <a:ea typeface="Noto Sans"/>
                <a:cs typeface="Noto Sans"/>
                <a:sym typeface="Noto Sans"/>
              </a:rPr>
              <a:t>Dữ</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liệu</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mang</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tính</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minh</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họa</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có</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thể</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khác</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thực</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tế</a:t>
            </a:r>
            <a:r>
              <a:rPr lang="en-US" sz="2799" dirty="0">
                <a:solidFill>
                  <a:srgbClr val="000000"/>
                </a:solidFill>
                <a:latin typeface="Noto Sans"/>
                <a:ea typeface="Noto Sans"/>
                <a:cs typeface="Noto Sans"/>
                <a:sym typeface="Noto Sans"/>
              </a:rPr>
              <a:t>.</a:t>
            </a:r>
          </a:p>
          <a:p>
            <a:pPr marL="604516" lvl="1" indent="-302258" algn="just">
              <a:lnSpc>
                <a:spcPts val="3919"/>
              </a:lnSpc>
              <a:buFont typeface="Arial"/>
              <a:buChar char="•"/>
            </a:pPr>
            <a:r>
              <a:rPr lang="en-US" sz="2799" dirty="0" err="1">
                <a:solidFill>
                  <a:srgbClr val="000000"/>
                </a:solidFill>
                <a:latin typeface="Noto Sans"/>
                <a:ea typeface="Noto Sans"/>
                <a:cs typeface="Noto Sans"/>
                <a:sym typeface="Noto Sans"/>
              </a:rPr>
              <a:t>Người</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dùng</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phải</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sử</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dụng</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đúng</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mục</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đích</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và</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tự</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chịu</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trách</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nhiệm</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với</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lựa</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chọn</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của</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mình</a:t>
            </a:r>
            <a:r>
              <a:rPr lang="en-US" sz="2799" dirty="0">
                <a:solidFill>
                  <a:srgbClr val="000000"/>
                </a:solidFill>
                <a:latin typeface="Noto Sans"/>
                <a:ea typeface="Noto Sans"/>
                <a:cs typeface="Noto Sans"/>
                <a:sym typeface="Noto Sans"/>
              </a:rPr>
              <a:t>.</a:t>
            </a:r>
          </a:p>
          <a:p>
            <a:pPr marL="604516" lvl="1" indent="-302258" algn="just">
              <a:lnSpc>
                <a:spcPts val="3919"/>
              </a:lnSpc>
              <a:buFont typeface="Arial"/>
              <a:buChar char="•"/>
            </a:pPr>
            <a:r>
              <a:rPr lang="en-US" sz="2799" dirty="0" err="1">
                <a:solidFill>
                  <a:srgbClr val="000000"/>
                </a:solidFill>
                <a:latin typeface="Noto Sans"/>
                <a:ea typeface="Noto Sans"/>
                <a:cs typeface="Noto Sans"/>
                <a:sym typeface="Noto Sans"/>
              </a:rPr>
              <a:t>Nhà</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phát</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triển</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không</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chịu</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trách</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nhiệm</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về</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sai</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lệch</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thông</a:t>
            </a:r>
            <a:r>
              <a:rPr lang="en-US" sz="2799" dirty="0">
                <a:solidFill>
                  <a:srgbClr val="000000"/>
                </a:solidFill>
                <a:latin typeface="Noto Sans"/>
                <a:ea typeface="Noto Sans"/>
                <a:cs typeface="Noto Sans"/>
                <a:sym typeface="Noto Sans"/>
              </a:rPr>
              <a:t> tin </a:t>
            </a:r>
            <a:r>
              <a:rPr lang="en-US" sz="2799" dirty="0" err="1">
                <a:solidFill>
                  <a:srgbClr val="000000"/>
                </a:solidFill>
                <a:latin typeface="Noto Sans"/>
                <a:ea typeface="Noto Sans"/>
                <a:cs typeface="Noto Sans"/>
                <a:sym typeface="Noto Sans"/>
              </a:rPr>
              <a:t>và</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có</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quyền</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cập</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nhật</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nội</a:t>
            </a:r>
            <a:r>
              <a:rPr lang="en-US" sz="2799" dirty="0">
                <a:solidFill>
                  <a:srgbClr val="000000"/>
                </a:solidFill>
                <a:latin typeface="Noto Sans"/>
                <a:ea typeface="Noto Sans"/>
                <a:cs typeface="Noto Sans"/>
                <a:sym typeface="Noto Sans"/>
              </a:rPr>
              <a:t> dung.</a:t>
            </a:r>
          </a:p>
          <a:p>
            <a:pPr marL="604516" lvl="1" indent="-302258" algn="just">
              <a:lnSpc>
                <a:spcPts val="3919"/>
              </a:lnSpc>
              <a:buFont typeface="Arial"/>
              <a:buChar char="•"/>
            </a:pPr>
            <a:r>
              <a:rPr lang="en-US" sz="2799" dirty="0" err="1">
                <a:solidFill>
                  <a:srgbClr val="000000"/>
                </a:solidFill>
                <a:latin typeface="Noto Sans"/>
                <a:ea typeface="Noto Sans"/>
                <a:cs typeface="Noto Sans"/>
                <a:sym typeface="Noto Sans"/>
              </a:rPr>
              <a:t>Ứng</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dụng</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không</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đảm</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bảo</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độ</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chính</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xác</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tuyệt</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đối</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chỉ</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mang</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tính</a:t>
            </a:r>
            <a:r>
              <a:rPr lang="en-US" sz="2799" dirty="0">
                <a:solidFill>
                  <a:srgbClr val="000000"/>
                </a:solidFill>
                <a:latin typeface="Noto Sans"/>
                <a:ea typeface="Noto Sans"/>
                <a:cs typeface="Noto Sans"/>
                <a:sym typeface="Noto Sans"/>
              </a:rPr>
              <a:t> </a:t>
            </a:r>
            <a:r>
              <a:rPr lang="en-US" sz="2799" dirty="0" err="1">
                <a:solidFill>
                  <a:srgbClr val="000000"/>
                </a:solidFill>
                <a:latin typeface="Noto Sans"/>
                <a:ea typeface="Noto Sans"/>
                <a:cs typeface="Noto Sans"/>
                <a:sym typeface="Noto Sans"/>
              </a:rPr>
              <a:t>gợi</a:t>
            </a:r>
            <a:r>
              <a:rPr lang="en-US" sz="2799" dirty="0">
                <a:solidFill>
                  <a:srgbClr val="000000"/>
                </a:solidFill>
                <a:latin typeface="Noto Sans"/>
                <a:ea typeface="Noto Sans"/>
                <a:cs typeface="Noto Sans"/>
                <a:sym typeface="Noto Sans"/>
              </a:rPr>
              <a:t> ý.</a:t>
            </a:r>
          </a:p>
        </p:txBody>
      </p:sp>
      <p:sp>
        <p:nvSpPr>
          <p:cNvPr id="9" name="TextBox 9"/>
          <p:cNvSpPr txBox="1"/>
          <p:nvPr/>
        </p:nvSpPr>
        <p:spPr>
          <a:xfrm>
            <a:off x="1865255" y="6565265"/>
            <a:ext cx="6931397" cy="2693035"/>
          </a:xfrm>
          <a:prstGeom prst="rect">
            <a:avLst/>
          </a:prstGeom>
        </p:spPr>
        <p:txBody>
          <a:bodyPr lIns="0" tIns="0" rIns="0" bIns="0" rtlCol="0" anchor="t">
            <a:spAutoFit/>
          </a:bodyPr>
          <a:lstStyle/>
          <a:p>
            <a:pPr algn="just">
              <a:lnSpc>
                <a:spcPts val="4340"/>
              </a:lnSpc>
              <a:spcBef>
                <a:spcPct val="0"/>
              </a:spcBef>
            </a:pPr>
            <a:r>
              <a:rPr lang="en-US" sz="3100">
                <a:solidFill>
                  <a:srgbClr val="000000"/>
                </a:solidFill>
                <a:latin typeface="Noto Sans"/>
                <a:ea typeface="Noto Sans"/>
                <a:cs typeface="Noto Sans"/>
                <a:sym typeface="Noto Sans"/>
              </a:rPr>
              <a:t>Giao diện "Điều khoản sử dụng" có mục đích:</a:t>
            </a:r>
          </a:p>
          <a:p>
            <a:pPr algn="just">
              <a:lnSpc>
                <a:spcPts val="4340"/>
              </a:lnSpc>
              <a:spcBef>
                <a:spcPct val="0"/>
              </a:spcBef>
            </a:pPr>
            <a:r>
              <a:rPr lang="en-US" sz="3100">
                <a:solidFill>
                  <a:srgbClr val="000000"/>
                </a:solidFill>
                <a:latin typeface="Noto Sans"/>
                <a:ea typeface="Noto Sans"/>
                <a:cs typeface="Noto Sans"/>
                <a:sym typeface="Noto Sans"/>
              </a:rPr>
              <a:t>👉 Thông báo quy định và trách nhiệm của người dùng và nhà phát triển khi sử dụng ứng dụng.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1000"/>
                                        <p:tgtEl>
                                          <p:spTgt spid="6"/>
                                        </p:tgtEl>
                                      </p:cBhvr>
                                    </p:animEffect>
                                    <p:anim calcmode="lin" valueType="num">
                                      <p:cBhvr>
                                        <p:cTn id="30" dur="1000" fill="hold"/>
                                        <p:tgtEl>
                                          <p:spTgt spid="6"/>
                                        </p:tgtEl>
                                        <p:attrNameLst>
                                          <p:attrName>ppt_x</p:attrName>
                                        </p:attrNameLst>
                                      </p:cBhvr>
                                      <p:tavLst>
                                        <p:tav tm="0">
                                          <p:val>
                                            <p:strVal val="#ppt_x"/>
                                          </p:val>
                                        </p:tav>
                                        <p:tav tm="100000">
                                          <p:val>
                                            <p:strVal val="#ppt_x"/>
                                          </p:val>
                                        </p:tav>
                                      </p:tavLst>
                                    </p:anim>
                                    <p:anim calcmode="lin" valueType="num">
                                      <p:cBhvr>
                                        <p:cTn id="31" dur="1000" fill="hold"/>
                                        <p:tgtEl>
                                          <p:spTgt spid="6"/>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anim calcmode="lin" valueType="num">
                                      <p:cBhvr>
                                        <p:cTn id="35" dur="1000" fill="hold"/>
                                        <p:tgtEl>
                                          <p:spTgt spid="9"/>
                                        </p:tgtEl>
                                        <p:attrNameLst>
                                          <p:attrName>ppt_x</p:attrName>
                                        </p:attrNameLst>
                                      </p:cBhvr>
                                      <p:tavLst>
                                        <p:tav tm="0">
                                          <p:val>
                                            <p:strVal val="#ppt_x"/>
                                          </p:val>
                                        </p:tav>
                                        <p:tav tm="100000">
                                          <p:val>
                                            <p:strVal val="#ppt_x"/>
                                          </p:val>
                                        </p:tav>
                                      </p:tavLst>
                                    </p:anim>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childTnLst>
                          </p:cTn>
                        </p:par>
                        <p:par>
                          <p:cTn id="37" fill="hold">
                            <p:stCondLst>
                              <p:cond delay="3000"/>
                            </p:stCondLst>
                            <p:childTnLst>
                              <p:par>
                                <p:cTn id="38" presetID="42" presetClass="entr" presetSubtype="0" fill="hold" grpId="0" nodeType="after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1000"/>
                                        <p:tgtEl>
                                          <p:spTgt spid="8"/>
                                        </p:tgtEl>
                                      </p:cBhvr>
                                    </p:animEffect>
                                    <p:anim calcmode="lin" valueType="num">
                                      <p:cBhvr>
                                        <p:cTn id="41" dur="1000" fill="hold"/>
                                        <p:tgtEl>
                                          <p:spTgt spid="8"/>
                                        </p:tgtEl>
                                        <p:attrNameLst>
                                          <p:attrName>ppt_x</p:attrName>
                                        </p:attrNameLst>
                                      </p:cBhvr>
                                      <p:tavLst>
                                        <p:tav tm="0">
                                          <p:val>
                                            <p:strVal val="#ppt_x"/>
                                          </p:val>
                                        </p:tav>
                                        <p:tav tm="100000">
                                          <p:val>
                                            <p:strVal val="#ppt_x"/>
                                          </p:val>
                                        </p:tav>
                                      </p:tavLst>
                                    </p:anim>
                                    <p:anim calcmode="lin" valueType="num">
                                      <p:cBhvr>
                                        <p:cTn id="42" dur="1000" fill="hold"/>
                                        <p:tgtEl>
                                          <p:spTgt spid="8"/>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fade">
                                      <p:cBhvr>
                                        <p:cTn id="45" dur="1000"/>
                                        <p:tgtEl>
                                          <p:spTgt spid="5"/>
                                        </p:tgtEl>
                                      </p:cBhvr>
                                    </p:animEffect>
                                    <p:anim calcmode="lin" valueType="num">
                                      <p:cBhvr>
                                        <p:cTn id="46" dur="1000" fill="hold"/>
                                        <p:tgtEl>
                                          <p:spTgt spid="5"/>
                                        </p:tgtEl>
                                        <p:attrNameLst>
                                          <p:attrName>ppt_x</p:attrName>
                                        </p:attrNameLst>
                                      </p:cBhvr>
                                      <p:tavLst>
                                        <p:tav tm="0">
                                          <p:val>
                                            <p:strVal val="#ppt_x"/>
                                          </p:val>
                                        </p:tav>
                                        <p:tav tm="100000">
                                          <p:val>
                                            <p:strVal val="#ppt_x"/>
                                          </p:val>
                                        </p:tav>
                                      </p:tavLst>
                                    </p:anim>
                                    <p:anim calcmode="lin" valueType="num">
                                      <p:cBhvr>
                                        <p:cTn id="4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p:bldP spid="8"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902340" y="1787865"/>
            <a:ext cx="9198172" cy="3539320"/>
          </a:xfrm>
          <a:custGeom>
            <a:avLst/>
            <a:gdLst/>
            <a:ahLst/>
            <a:cxnLst/>
            <a:rect l="l" t="t" r="r" b="b"/>
            <a:pathLst>
              <a:path w="9198172" h="3539320">
                <a:moveTo>
                  <a:pt x="0" y="0"/>
                </a:moveTo>
                <a:lnTo>
                  <a:pt x="9198173" y="0"/>
                </a:lnTo>
                <a:lnTo>
                  <a:pt x="9198173" y="3539320"/>
                </a:lnTo>
                <a:lnTo>
                  <a:pt x="0" y="3539320"/>
                </a:lnTo>
                <a:lnTo>
                  <a:pt x="0" y="0"/>
                </a:lnTo>
                <a:close/>
              </a:path>
            </a:pathLst>
          </a:custGeom>
          <a:blipFill>
            <a:blip r:embed="rId2"/>
            <a:stretch>
              <a:fillRect t="-2494"/>
            </a:stretch>
          </a:blipFill>
        </p:spPr>
        <p:txBody>
          <a:bodyPr/>
          <a:lstStyle/>
          <a:p>
            <a:endParaRPr lang="en-US"/>
          </a:p>
        </p:txBody>
      </p:sp>
      <p:sp>
        <p:nvSpPr>
          <p:cNvPr id="3" name="Freeform 3"/>
          <p:cNvSpPr/>
          <p:nvPr/>
        </p:nvSpPr>
        <p:spPr>
          <a:xfrm>
            <a:off x="1902340" y="5731360"/>
            <a:ext cx="9956436" cy="3730507"/>
          </a:xfrm>
          <a:custGeom>
            <a:avLst/>
            <a:gdLst/>
            <a:ahLst/>
            <a:cxnLst/>
            <a:rect l="l" t="t" r="r" b="b"/>
            <a:pathLst>
              <a:path w="9956436" h="3730507">
                <a:moveTo>
                  <a:pt x="0" y="0"/>
                </a:moveTo>
                <a:lnTo>
                  <a:pt x="9956436" y="0"/>
                </a:lnTo>
                <a:lnTo>
                  <a:pt x="9956436" y="3730508"/>
                </a:lnTo>
                <a:lnTo>
                  <a:pt x="0" y="3730508"/>
                </a:lnTo>
                <a:lnTo>
                  <a:pt x="0" y="0"/>
                </a:lnTo>
                <a:close/>
              </a:path>
            </a:pathLst>
          </a:custGeom>
          <a:blipFill>
            <a:blip r:embed="rId3"/>
            <a:stretch>
              <a:fillRect r="-2438"/>
            </a:stretch>
          </a:blipFill>
        </p:spPr>
        <p:txBody>
          <a:bodyPr/>
          <a:lstStyle/>
          <a:p>
            <a:endParaRPr lang="en-US"/>
          </a:p>
        </p:txBody>
      </p:sp>
      <p:sp>
        <p:nvSpPr>
          <p:cNvPr id="4" name="TextBox 4"/>
          <p:cNvSpPr txBox="1"/>
          <p:nvPr/>
        </p:nvSpPr>
        <p:spPr>
          <a:xfrm>
            <a:off x="1725738" y="358763"/>
            <a:ext cx="11609262" cy="987450"/>
          </a:xfrm>
          <a:prstGeom prst="rect">
            <a:avLst/>
          </a:prstGeom>
        </p:spPr>
        <p:txBody>
          <a:bodyPr wrap="square" lIns="0" tIns="0" rIns="0" bIns="0" rtlCol="0" anchor="t">
            <a:spAutoFit/>
          </a:bodyPr>
          <a:lstStyle/>
          <a:p>
            <a:pPr algn="ctr">
              <a:lnSpc>
                <a:spcPts val="7699"/>
              </a:lnSpc>
            </a:pPr>
            <a:r>
              <a:rPr lang="en-US" sz="7500" b="1" dirty="0" err="1">
                <a:solidFill>
                  <a:srgbClr val="000000"/>
                </a:solidFill>
                <a:latin typeface="Lobster" panose="00000500000000000000" pitchFamily="2" charset="-93"/>
                <a:ea typeface="Sansita Bold"/>
                <a:cs typeface="Sansita Bold"/>
                <a:sym typeface="Sansita Bold"/>
              </a:rPr>
              <a:t>Hộp</a:t>
            </a:r>
            <a:r>
              <a:rPr lang="en-US" sz="7500" b="1" dirty="0">
                <a:solidFill>
                  <a:srgbClr val="000000"/>
                </a:solidFill>
                <a:latin typeface="Lobster" panose="00000500000000000000" pitchFamily="2" charset="-93"/>
                <a:ea typeface="Sansita Bold"/>
                <a:cs typeface="Sansita Bold"/>
                <a:sym typeface="Sansita Bold"/>
              </a:rPr>
              <a:t> </a:t>
            </a:r>
            <a:r>
              <a:rPr lang="en-US" sz="7500" b="1" dirty="0" err="1">
                <a:solidFill>
                  <a:srgbClr val="000000"/>
                </a:solidFill>
                <a:latin typeface="Lobster" panose="00000500000000000000" pitchFamily="2" charset="-93"/>
                <a:ea typeface="Sansita Bold"/>
                <a:cs typeface="Sansita Bold"/>
                <a:sym typeface="Sansita Bold"/>
              </a:rPr>
              <a:t>thoại</a:t>
            </a:r>
            <a:r>
              <a:rPr lang="en-US" sz="7500" b="1" dirty="0">
                <a:solidFill>
                  <a:srgbClr val="000000"/>
                </a:solidFill>
                <a:latin typeface="Lobster" panose="00000500000000000000" pitchFamily="2" charset="-93"/>
                <a:ea typeface="Sansita Bold"/>
                <a:cs typeface="Sansita Bold"/>
                <a:sym typeface="Sansita Bold"/>
              </a:rPr>
              <a:t> </a:t>
            </a:r>
            <a:r>
              <a:rPr lang="en-US" sz="7500" b="1" dirty="0" err="1">
                <a:solidFill>
                  <a:srgbClr val="000000"/>
                </a:solidFill>
                <a:latin typeface="Lobster" panose="00000500000000000000" pitchFamily="2" charset="-93"/>
                <a:ea typeface="Sansita Bold"/>
                <a:cs typeface="Sansita Bold"/>
                <a:sym typeface="Sansita Bold"/>
              </a:rPr>
              <a:t>thoát</a:t>
            </a:r>
            <a:r>
              <a:rPr lang="en-US" sz="7500" b="1" dirty="0">
                <a:solidFill>
                  <a:srgbClr val="000000"/>
                </a:solidFill>
                <a:latin typeface="Lobster" panose="00000500000000000000" pitchFamily="2" charset="-93"/>
                <a:ea typeface="Sansita Bold"/>
                <a:cs typeface="Sansita Bold"/>
                <a:sym typeface="Sansita Bold"/>
              </a:rPr>
              <a:t> </a:t>
            </a:r>
            <a:r>
              <a:rPr lang="en-US" sz="7500" b="1" dirty="0" err="1">
                <a:solidFill>
                  <a:srgbClr val="000000"/>
                </a:solidFill>
                <a:latin typeface="Lobster" panose="00000500000000000000" pitchFamily="2" charset="-93"/>
                <a:ea typeface="Sansita Bold"/>
                <a:cs typeface="Sansita Bold"/>
                <a:sym typeface="Sansita Bold"/>
              </a:rPr>
              <a:t>ứng</a:t>
            </a:r>
            <a:r>
              <a:rPr lang="en-US" sz="7500" b="1" dirty="0">
                <a:solidFill>
                  <a:srgbClr val="000000"/>
                </a:solidFill>
                <a:latin typeface="Lobster" panose="00000500000000000000" pitchFamily="2" charset="-93"/>
                <a:ea typeface="Sansita Bold"/>
                <a:cs typeface="Sansita Bold"/>
                <a:sym typeface="Sansita Bold"/>
              </a:rPr>
              <a:t> </a:t>
            </a:r>
            <a:r>
              <a:rPr lang="en-US" sz="7500" b="1" dirty="0" err="1">
                <a:solidFill>
                  <a:srgbClr val="000000"/>
                </a:solidFill>
                <a:latin typeface="Lobster" panose="00000500000000000000" pitchFamily="2" charset="-93"/>
                <a:ea typeface="Sansita Bold"/>
                <a:cs typeface="Sansita Bold"/>
                <a:sym typeface="Sansita Bold"/>
              </a:rPr>
              <a:t>dụng</a:t>
            </a:r>
            <a:endParaRPr lang="en-US" sz="7500" b="1" dirty="0">
              <a:solidFill>
                <a:srgbClr val="000000"/>
              </a:solidFill>
              <a:latin typeface="Lobster" panose="00000500000000000000" pitchFamily="2" charset="-93"/>
              <a:ea typeface="Sansita Bold"/>
              <a:cs typeface="Sansita Bold"/>
              <a:sym typeface="Sansita Bold"/>
            </a:endParaRPr>
          </a:p>
        </p:txBody>
      </p:sp>
      <p:sp>
        <p:nvSpPr>
          <p:cNvPr id="5" name="TextBox 5"/>
          <p:cNvSpPr txBox="1"/>
          <p:nvPr/>
        </p:nvSpPr>
        <p:spPr>
          <a:xfrm>
            <a:off x="12223667" y="2933955"/>
            <a:ext cx="5035633" cy="1180465"/>
          </a:xfrm>
          <a:prstGeom prst="rect">
            <a:avLst/>
          </a:prstGeom>
        </p:spPr>
        <p:txBody>
          <a:bodyPr lIns="0" tIns="0" rIns="0" bIns="0" rtlCol="0" anchor="t">
            <a:spAutoFit/>
          </a:bodyPr>
          <a:lstStyle/>
          <a:p>
            <a:pPr algn="ctr">
              <a:lnSpc>
                <a:spcPts val="4759"/>
              </a:lnSpc>
            </a:pPr>
            <a:r>
              <a:rPr lang="en-US" sz="3399" dirty="0" err="1">
                <a:solidFill>
                  <a:srgbClr val="000000"/>
                </a:solidFill>
                <a:latin typeface="Noto Sans"/>
                <a:ea typeface="Noto Sans"/>
                <a:cs typeface="Noto Sans"/>
                <a:sym typeface="Noto Sans"/>
              </a:rPr>
              <a:t>Thoát</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giao</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diện</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khi</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không</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muốn</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tư</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vấn</a:t>
            </a:r>
            <a:r>
              <a:rPr lang="en-US" sz="3399" dirty="0">
                <a:solidFill>
                  <a:srgbClr val="000000"/>
                </a:solidFill>
                <a:latin typeface="Noto Sans"/>
                <a:ea typeface="Noto Sans"/>
                <a:cs typeface="Noto Sans"/>
                <a:sym typeface="Noto Sans"/>
              </a:rPr>
              <a:t>.</a:t>
            </a:r>
          </a:p>
        </p:txBody>
      </p:sp>
      <p:sp>
        <p:nvSpPr>
          <p:cNvPr id="6" name="TextBox 6"/>
          <p:cNvSpPr txBox="1"/>
          <p:nvPr/>
        </p:nvSpPr>
        <p:spPr>
          <a:xfrm>
            <a:off x="12649200" y="6743700"/>
            <a:ext cx="4790347" cy="1189749"/>
          </a:xfrm>
          <a:prstGeom prst="rect">
            <a:avLst/>
          </a:prstGeom>
        </p:spPr>
        <p:txBody>
          <a:bodyPr wrap="square" lIns="0" tIns="0" rIns="0" bIns="0" rtlCol="0" anchor="t">
            <a:spAutoFit/>
          </a:bodyPr>
          <a:lstStyle/>
          <a:p>
            <a:pPr algn="ctr">
              <a:lnSpc>
                <a:spcPts val="4759"/>
              </a:lnSpc>
            </a:pPr>
            <a:r>
              <a:rPr lang="en-US" sz="3399" dirty="0" err="1">
                <a:solidFill>
                  <a:srgbClr val="000000"/>
                </a:solidFill>
                <a:latin typeface="Noto Sans"/>
                <a:ea typeface="Noto Sans"/>
                <a:cs typeface="Noto Sans"/>
                <a:sym typeface="Noto Sans"/>
              </a:rPr>
              <a:t>Thoát</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giao</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diện</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sau</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khi</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đã</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tư</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vấn</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cho</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bạn</a:t>
            </a:r>
            <a:r>
              <a:rPr lang="en-US" sz="3399" dirty="0">
                <a:solidFill>
                  <a:srgbClr val="000000"/>
                </a:solidFill>
                <a:latin typeface="Noto Sans"/>
                <a:ea typeface="Noto Sans"/>
                <a:cs typeface="Noto Sans"/>
                <a:sym typeface="Noto San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8"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750" fill="hold"/>
                                        <p:tgtEl>
                                          <p:spTgt spid="2"/>
                                        </p:tgtEl>
                                        <p:attrNameLst>
                                          <p:attrName>ppt_x</p:attrName>
                                        </p:attrNameLst>
                                      </p:cBhvr>
                                      <p:tavLst>
                                        <p:tav tm="0">
                                          <p:val>
                                            <p:strVal val="0-#ppt_w/2"/>
                                          </p:val>
                                        </p:tav>
                                        <p:tav tm="100000">
                                          <p:val>
                                            <p:strVal val="#ppt_x"/>
                                          </p:val>
                                        </p:tav>
                                      </p:tavLst>
                                    </p:anim>
                                    <p:anim calcmode="lin" valueType="num">
                                      <p:cBhvr additive="base">
                                        <p:cTn id="14" dur="750" fill="hold"/>
                                        <p:tgtEl>
                                          <p:spTgt spid="2"/>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750" fill="hold"/>
                                        <p:tgtEl>
                                          <p:spTgt spid="5"/>
                                        </p:tgtEl>
                                        <p:attrNameLst>
                                          <p:attrName>ppt_x</p:attrName>
                                        </p:attrNameLst>
                                      </p:cBhvr>
                                      <p:tavLst>
                                        <p:tav tm="0">
                                          <p:val>
                                            <p:strVal val="1+#ppt_w/2"/>
                                          </p:val>
                                        </p:tav>
                                        <p:tav tm="100000">
                                          <p:val>
                                            <p:strVal val="#ppt_x"/>
                                          </p:val>
                                        </p:tav>
                                      </p:tavLst>
                                    </p:anim>
                                    <p:anim calcmode="lin" valueType="num">
                                      <p:cBhvr additive="base">
                                        <p:cTn id="18" dur="750" fill="hold"/>
                                        <p:tgtEl>
                                          <p:spTgt spid="5"/>
                                        </p:tgtEl>
                                        <p:attrNameLst>
                                          <p:attrName>ppt_y</p:attrName>
                                        </p:attrNameLst>
                                      </p:cBhvr>
                                      <p:tavLst>
                                        <p:tav tm="0">
                                          <p:val>
                                            <p:strVal val="#ppt_y"/>
                                          </p:val>
                                        </p:tav>
                                        <p:tav tm="100000">
                                          <p:val>
                                            <p:strVal val="#ppt_y"/>
                                          </p:val>
                                        </p:tav>
                                      </p:tavLst>
                                    </p:anim>
                                  </p:childTnLst>
                                </p:cTn>
                              </p:par>
                            </p:childTnLst>
                          </p:cTn>
                        </p:par>
                        <p:par>
                          <p:cTn id="19" fill="hold">
                            <p:stCondLst>
                              <p:cond delay="1750"/>
                            </p:stCondLst>
                            <p:childTnLst>
                              <p:par>
                                <p:cTn id="20" presetID="2" presetClass="entr" presetSubtype="8"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750" fill="hold"/>
                                        <p:tgtEl>
                                          <p:spTgt spid="3"/>
                                        </p:tgtEl>
                                        <p:attrNameLst>
                                          <p:attrName>ppt_x</p:attrName>
                                        </p:attrNameLst>
                                      </p:cBhvr>
                                      <p:tavLst>
                                        <p:tav tm="0">
                                          <p:val>
                                            <p:strVal val="0-#ppt_w/2"/>
                                          </p:val>
                                        </p:tav>
                                        <p:tav tm="100000">
                                          <p:val>
                                            <p:strVal val="#ppt_x"/>
                                          </p:val>
                                        </p:tav>
                                      </p:tavLst>
                                    </p:anim>
                                    <p:anim calcmode="lin" valueType="num">
                                      <p:cBhvr additive="base">
                                        <p:cTn id="23" dur="750" fill="hold"/>
                                        <p:tgtEl>
                                          <p:spTgt spid="3"/>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750" fill="hold"/>
                                        <p:tgtEl>
                                          <p:spTgt spid="6"/>
                                        </p:tgtEl>
                                        <p:attrNameLst>
                                          <p:attrName>ppt_x</p:attrName>
                                        </p:attrNameLst>
                                      </p:cBhvr>
                                      <p:tavLst>
                                        <p:tav tm="0">
                                          <p:val>
                                            <p:strVal val="1+#ppt_w/2"/>
                                          </p:val>
                                        </p:tav>
                                        <p:tav tm="100000">
                                          <p:val>
                                            <p:strVal val="#ppt_x"/>
                                          </p:val>
                                        </p:tav>
                                      </p:tavLst>
                                    </p:anim>
                                    <p:anim calcmode="lin" valueType="num">
                                      <p:cBhvr additive="base">
                                        <p:cTn id="27" dur="75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0" y="-3314700"/>
            <a:ext cx="18288000" cy="5192097"/>
          </a:xfrm>
          <a:prstGeom prst="rect">
            <a:avLst/>
          </a:prstGeom>
          <a:gradFill rotWithShape="1">
            <a:gsLst>
              <a:gs pos="0">
                <a:srgbClr val="5DE0E6">
                  <a:alpha val="100000"/>
                </a:srgbClr>
              </a:gs>
              <a:gs pos="100000">
                <a:srgbClr val="004AAD">
                  <a:alpha val="100000"/>
                </a:srgbClr>
              </a:gs>
            </a:gsLst>
            <a:lin ang="0"/>
          </a:gradFill>
        </p:spPr>
        <p:txBody>
          <a:bodyPr/>
          <a:lstStyle/>
          <a:p>
            <a:endParaRPr lang="en-US"/>
          </a:p>
        </p:txBody>
      </p:sp>
      <p:sp>
        <p:nvSpPr>
          <p:cNvPr id="3" name="Freeform 3"/>
          <p:cNvSpPr/>
          <p:nvPr/>
        </p:nvSpPr>
        <p:spPr>
          <a:xfrm>
            <a:off x="487493" y="2962307"/>
            <a:ext cx="7341921" cy="1096284"/>
          </a:xfrm>
          <a:custGeom>
            <a:avLst/>
            <a:gdLst/>
            <a:ahLst/>
            <a:cxnLst/>
            <a:rect l="l" t="t" r="r" b="b"/>
            <a:pathLst>
              <a:path w="7341921" h="1096284">
                <a:moveTo>
                  <a:pt x="0" y="0"/>
                </a:moveTo>
                <a:lnTo>
                  <a:pt x="7341921" y="0"/>
                </a:lnTo>
                <a:lnTo>
                  <a:pt x="7341921" y="1096283"/>
                </a:lnTo>
                <a:lnTo>
                  <a:pt x="0" y="1096283"/>
                </a:lnTo>
                <a:lnTo>
                  <a:pt x="0" y="0"/>
                </a:lnTo>
                <a:close/>
              </a:path>
            </a:pathLst>
          </a:custGeom>
          <a:blipFill>
            <a:blip r:embed="rId2"/>
            <a:stretch>
              <a:fillRect t="-130" b="-130"/>
            </a:stretch>
          </a:blipFill>
        </p:spPr>
        <p:txBody>
          <a:bodyPr/>
          <a:lstStyle/>
          <a:p>
            <a:endParaRPr lang="en-US"/>
          </a:p>
        </p:txBody>
      </p:sp>
      <p:sp>
        <p:nvSpPr>
          <p:cNvPr id="4" name="TextBox 4"/>
          <p:cNvSpPr txBox="1"/>
          <p:nvPr/>
        </p:nvSpPr>
        <p:spPr>
          <a:xfrm>
            <a:off x="606326" y="554037"/>
            <a:ext cx="16969965" cy="904094"/>
          </a:xfrm>
          <a:prstGeom prst="rect">
            <a:avLst/>
          </a:prstGeom>
        </p:spPr>
        <p:txBody>
          <a:bodyPr wrap="square" lIns="0" tIns="0" rIns="0" bIns="0" rtlCol="0" anchor="t">
            <a:spAutoFit/>
          </a:bodyPr>
          <a:lstStyle/>
          <a:p>
            <a:pPr algn="ctr">
              <a:lnSpc>
                <a:spcPts val="6999"/>
              </a:lnSpc>
              <a:spcBef>
                <a:spcPct val="0"/>
              </a:spcBef>
            </a:pPr>
            <a:r>
              <a:rPr lang="en-US" sz="7500" dirty="0">
                <a:solidFill>
                  <a:srgbClr val="000000"/>
                </a:solidFill>
                <a:latin typeface="Lobster" panose="00000500000000000000" pitchFamily="2" charset="-93"/>
                <a:ea typeface="Noto Sans"/>
                <a:cs typeface="Noto Sans"/>
                <a:sym typeface="Noto Sans"/>
              </a:rPr>
              <a:t>Giao </a:t>
            </a:r>
            <a:r>
              <a:rPr lang="en-US" sz="7500" dirty="0" err="1">
                <a:solidFill>
                  <a:srgbClr val="000000"/>
                </a:solidFill>
                <a:latin typeface="Lobster" panose="00000500000000000000" pitchFamily="2" charset="-93"/>
                <a:ea typeface="Noto Sans"/>
                <a:cs typeface="Noto Sans"/>
                <a:sym typeface="Noto Sans"/>
              </a:rPr>
              <a:t>diện</a:t>
            </a:r>
            <a:r>
              <a:rPr lang="en-US" sz="7500" dirty="0">
                <a:solidFill>
                  <a:srgbClr val="000000"/>
                </a:solidFill>
                <a:latin typeface="Lobster" panose="00000500000000000000" pitchFamily="2" charset="-93"/>
                <a:ea typeface="Noto Sans"/>
                <a:cs typeface="Noto Sans"/>
                <a:sym typeface="Noto Sans"/>
              </a:rPr>
              <a:t> </a:t>
            </a:r>
            <a:r>
              <a:rPr lang="en-US" sz="7500" dirty="0" err="1">
                <a:solidFill>
                  <a:srgbClr val="000000"/>
                </a:solidFill>
                <a:latin typeface="Lobster" panose="00000500000000000000" pitchFamily="2" charset="-93"/>
                <a:ea typeface="Noto Sans"/>
                <a:cs typeface="Noto Sans"/>
                <a:sym typeface="Noto Sans"/>
              </a:rPr>
              <a:t>tìm</a:t>
            </a:r>
            <a:r>
              <a:rPr lang="en-US" sz="7500" dirty="0">
                <a:solidFill>
                  <a:srgbClr val="000000"/>
                </a:solidFill>
                <a:latin typeface="Lobster" panose="00000500000000000000" pitchFamily="2" charset="-93"/>
                <a:ea typeface="Noto Sans"/>
                <a:cs typeface="Noto Sans"/>
                <a:sym typeface="Noto Sans"/>
              </a:rPr>
              <a:t> </a:t>
            </a:r>
            <a:r>
              <a:rPr lang="en-US" sz="7500" dirty="0" err="1">
                <a:solidFill>
                  <a:srgbClr val="000000"/>
                </a:solidFill>
                <a:latin typeface="Lobster" panose="00000500000000000000" pitchFamily="2" charset="-93"/>
                <a:ea typeface="Noto Sans"/>
                <a:cs typeface="Noto Sans"/>
                <a:sym typeface="Noto Sans"/>
              </a:rPr>
              <a:t>địa</a:t>
            </a:r>
            <a:r>
              <a:rPr lang="en-US" sz="7500" dirty="0">
                <a:solidFill>
                  <a:srgbClr val="000000"/>
                </a:solidFill>
                <a:latin typeface="Lobster" panose="00000500000000000000" pitchFamily="2" charset="-93"/>
                <a:ea typeface="Noto Sans"/>
                <a:cs typeface="Noto Sans"/>
                <a:sym typeface="Noto Sans"/>
              </a:rPr>
              <a:t> </a:t>
            </a:r>
            <a:r>
              <a:rPr lang="en-US" sz="7500" dirty="0" err="1">
                <a:solidFill>
                  <a:srgbClr val="000000"/>
                </a:solidFill>
                <a:latin typeface="Lobster" panose="00000500000000000000" pitchFamily="2" charset="-93"/>
                <a:ea typeface="Noto Sans"/>
                <a:cs typeface="Noto Sans"/>
                <a:sym typeface="Noto Sans"/>
              </a:rPr>
              <a:t>chỉ</a:t>
            </a:r>
            <a:r>
              <a:rPr lang="en-US" sz="7500" dirty="0">
                <a:solidFill>
                  <a:srgbClr val="000000"/>
                </a:solidFill>
                <a:latin typeface="Lobster" panose="00000500000000000000" pitchFamily="2" charset="-93"/>
                <a:ea typeface="Noto Sans"/>
                <a:cs typeface="Noto Sans"/>
                <a:sym typeface="Noto Sans"/>
              </a:rPr>
              <a:t> </a:t>
            </a:r>
            <a:r>
              <a:rPr lang="en-US" sz="7500" dirty="0" err="1">
                <a:solidFill>
                  <a:srgbClr val="000000"/>
                </a:solidFill>
                <a:latin typeface="Lobster" panose="00000500000000000000" pitchFamily="2" charset="-93"/>
                <a:ea typeface="Noto Sans"/>
                <a:cs typeface="Noto Sans"/>
                <a:sym typeface="Noto Sans"/>
              </a:rPr>
              <a:t>quán</a:t>
            </a:r>
            <a:r>
              <a:rPr lang="en-US" sz="7500" dirty="0">
                <a:solidFill>
                  <a:srgbClr val="000000"/>
                </a:solidFill>
                <a:latin typeface="Lobster" panose="00000500000000000000" pitchFamily="2" charset="-93"/>
                <a:ea typeface="Noto Sans"/>
                <a:cs typeface="Noto Sans"/>
                <a:sym typeface="Noto Sans"/>
              </a:rPr>
              <a:t> </a:t>
            </a:r>
            <a:r>
              <a:rPr lang="en-US" sz="7500" dirty="0" err="1">
                <a:solidFill>
                  <a:srgbClr val="000000"/>
                </a:solidFill>
                <a:latin typeface="Lobster" panose="00000500000000000000" pitchFamily="2" charset="-93"/>
                <a:ea typeface="Noto Sans"/>
                <a:cs typeface="Noto Sans"/>
                <a:sym typeface="Noto Sans"/>
              </a:rPr>
              <a:t>của</a:t>
            </a:r>
            <a:r>
              <a:rPr lang="en-US" sz="7500" dirty="0">
                <a:solidFill>
                  <a:srgbClr val="000000"/>
                </a:solidFill>
                <a:latin typeface="Lobster" panose="00000500000000000000" pitchFamily="2" charset="-93"/>
                <a:ea typeface="Noto Sans"/>
                <a:cs typeface="Noto Sans"/>
                <a:sym typeface="Noto Sans"/>
              </a:rPr>
              <a:t> </a:t>
            </a:r>
            <a:r>
              <a:rPr lang="en-US" sz="7500" dirty="0" err="1">
                <a:solidFill>
                  <a:srgbClr val="000000"/>
                </a:solidFill>
                <a:latin typeface="Lobster" panose="00000500000000000000" pitchFamily="2" charset="-93"/>
                <a:ea typeface="Noto Sans"/>
                <a:cs typeface="Noto Sans"/>
                <a:sym typeface="Noto Sans"/>
              </a:rPr>
              <a:t>hệ</a:t>
            </a:r>
            <a:r>
              <a:rPr lang="en-US" sz="7500" dirty="0">
                <a:solidFill>
                  <a:srgbClr val="000000"/>
                </a:solidFill>
                <a:latin typeface="Lobster" panose="00000500000000000000" pitchFamily="2" charset="-93"/>
                <a:ea typeface="Noto Sans"/>
                <a:cs typeface="Noto Sans"/>
                <a:sym typeface="Noto Sans"/>
              </a:rPr>
              <a:t> </a:t>
            </a:r>
            <a:r>
              <a:rPr lang="en-US" sz="7500" dirty="0" err="1">
                <a:solidFill>
                  <a:srgbClr val="000000"/>
                </a:solidFill>
                <a:latin typeface="Lobster" panose="00000500000000000000" pitchFamily="2" charset="-93"/>
                <a:ea typeface="Noto Sans"/>
                <a:cs typeface="Noto Sans"/>
                <a:sym typeface="Noto Sans"/>
              </a:rPr>
              <a:t>chuyên</a:t>
            </a:r>
            <a:r>
              <a:rPr lang="en-US" sz="7500" dirty="0">
                <a:solidFill>
                  <a:srgbClr val="000000"/>
                </a:solidFill>
                <a:latin typeface="Lobster" panose="00000500000000000000" pitchFamily="2" charset="-93"/>
                <a:ea typeface="Noto Sans"/>
                <a:cs typeface="Noto Sans"/>
                <a:sym typeface="Noto Sans"/>
              </a:rPr>
              <a:t> </a:t>
            </a:r>
            <a:r>
              <a:rPr lang="en-US" sz="7500" dirty="0" err="1">
                <a:solidFill>
                  <a:srgbClr val="000000"/>
                </a:solidFill>
                <a:latin typeface="Lobster" panose="00000500000000000000" pitchFamily="2" charset="-93"/>
                <a:ea typeface="Noto Sans"/>
                <a:cs typeface="Noto Sans"/>
                <a:sym typeface="Noto Sans"/>
              </a:rPr>
              <a:t>gia</a:t>
            </a:r>
            <a:endParaRPr lang="en-US" sz="7500" dirty="0">
              <a:solidFill>
                <a:srgbClr val="000000"/>
              </a:solidFill>
              <a:latin typeface="Lobster" panose="00000500000000000000" pitchFamily="2" charset="-93"/>
              <a:ea typeface="Noto Sans"/>
              <a:cs typeface="Noto Sans"/>
              <a:sym typeface="Noto Sans"/>
            </a:endParaRPr>
          </a:p>
        </p:txBody>
      </p:sp>
      <p:sp>
        <p:nvSpPr>
          <p:cNvPr id="5" name="Freeform 5"/>
          <p:cNvSpPr/>
          <p:nvPr/>
        </p:nvSpPr>
        <p:spPr>
          <a:xfrm>
            <a:off x="8856277" y="2297690"/>
            <a:ext cx="9031863" cy="7251670"/>
          </a:xfrm>
          <a:custGeom>
            <a:avLst/>
            <a:gdLst/>
            <a:ahLst/>
            <a:cxnLst/>
            <a:rect l="l" t="t" r="r" b="b"/>
            <a:pathLst>
              <a:path w="9031863" h="7251670">
                <a:moveTo>
                  <a:pt x="0" y="0"/>
                </a:moveTo>
                <a:lnTo>
                  <a:pt x="9031863" y="0"/>
                </a:lnTo>
                <a:lnTo>
                  <a:pt x="9031863" y="7251670"/>
                </a:lnTo>
                <a:lnTo>
                  <a:pt x="0" y="7251670"/>
                </a:lnTo>
                <a:lnTo>
                  <a:pt x="0" y="0"/>
                </a:lnTo>
                <a:close/>
              </a:path>
            </a:pathLst>
          </a:custGeom>
          <a:blipFill>
            <a:blip r:embed="rId3"/>
            <a:stretch>
              <a:fillRect t="-35835" b="-20338"/>
            </a:stretch>
          </a:blipFill>
        </p:spPr>
        <p:txBody>
          <a:bodyPr/>
          <a:lstStyle/>
          <a:p>
            <a:endParaRPr lang="en-US"/>
          </a:p>
        </p:txBody>
      </p:sp>
      <p:sp>
        <p:nvSpPr>
          <p:cNvPr id="6" name="TextBox 6"/>
          <p:cNvSpPr txBox="1"/>
          <p:nvPr/>
        </p:nvSpPr>
        <p:spPr>
          <a:xfrm>
            <a:off x="8856277" y="2522449"/>
            <a:ext cx="8720014" cy="7026911"/>
          </a:xfrm>
          <a:prstGeom prst="rect">
            <a:avLst/>
          </a:prstGeom>
        </p:spPr>
        <p:txBody>
          <a:bodyPr lIns="0" tIns="0" rIns="0" bIns="0" rtlCol="0" anchor="t">
            <a:spAutoFit/>
          </a:bodyPr>
          <a:lstStyle/>
          <a:p>
            <a:pPr marL="669285" lvl="1" indent="-334642" algn="just">
              <a:lnSpc>
                <a:spcPts val="4339"/>
              </a:lnSpc>
              <a:buFont typeface="Arial"/>
              <a:buChar char="•"/>
            </a:pPr>
            <a:r>
              <a:rPr lang="en-US" sz="3099">
                <a:solidFill>
                  <a:srgbClr val="000000"/>
                </a:solidFill>
                <a:latin typeface="Noto Sans"/>
                <a:ea typeface="Noto Sans"/>
                <a:cs typeface="Noto Sans"/>
                <a:sym typeface="Noto Sans"/>
              </a:rPr>
              <a:t>Tính chính xác: Dữ liệu về quán ăn và vị trí trên bản đồ mang tính chất gợi ý. Thông tin thực tế (giá cả, giờ mở cửa) có thể thay đổi tùy thời điểm.</a:t>
            </a:r>
          </a:p>
          <a:p>
            <a:pPr marL="669285" lvl="1" indent="-334642" algn="just">
              <a:lnSpc>
                <a:spcPts val="4339"/>
              </a:lnSpc>
              <a:buFont typeface="Arial"/>
              <a:buChar char="•"/>
            </a:pPr>
            <a:r>
              <a:rPr lang="en-US" sz="3099">
                <a:solidFill>
                  <a:srgbClr val="000000"/>
                </a:solidFill>
                <a:latin typeface="Noto Sans"/>
                <a:ea typeface="Noto Sans"/>
                <a:cs typeface="Noto Sans"/>
                <a:sym typeface="Noto Sans"/>
              </a:rPr>
              <a:t>Trách nhiệm người dùng: Người dùng tự chịu trách nhiệm về lựa chọn của mình khi di chuyển và trải nghiệm dịch vụ tại các địa điểm được gợi ý.</a:t>
            </a:r>
          </a:p>
          <a:p>
            <a:pPr marL="669285" lvl="1" indent="-334642" algn="just">
              <a:lnSpc>
                <a:spcPts val="4339"/>
              </a:lnSpc>
              <a:buFont typeface="Arial"/>
              <a:buChar char="•"/>
            </a:pPr>
            <a:r>
              <a:rPr lang="en-US" sz="3099">
                <a:solidFill>
                  <a:srgbClr val="000000"/>
                </a:solidFill>
                <a:latin typeface="Noto Sans"/>
                <a:ea typeface="Noto Sans"/>
                <a:cs typeface="Noto Sans"/>
                <a:sym typeface="Noto Sans"/>
              </a:rPr>
              <a:t>Hỗ trợ Google Maps: Việc tích hợp Google Maps nhằm tối ưu trải nghiệm người dùng; tuy nhiên, độ chính xác của đường đi phụ thuộc vào dữ liệu từ nhà cung cấp bản đồ.</a:t>
            </a:r>
          </a:p>
          <a:p>
            <a:pPr algn="just">
              <a:lnSpc>
                <a:spcPts val="4339"/>
              </a:lnSpc>
              <a:spcBef>
                <a:spcPct val="0"/>
              </a:spcBef>
            </a:pPr>
            <a:endParaRPr lang="en-US" sz="3099">
              <a:solidFill>
                <a:srgbClr val="000000"/>
              </a:solidFill>
              <a:latin typeface="Noto Sans"/>
              <a:ea typeface="Noto Sans"/>
              <a:cs typeface="Noto Sans"/>
              <a:sym typeface="Noto Sans"/>
            </a:endParaRPr>
          </a:p>
        </p:txBody>
      </p:sp>
      <p:sp>
        <p:nvSpPr>
          <p:cNvPr id="7" name="Freeform 7"/>
          <p:cNvSpPr/>
          <p:nvPr/>
        </p:nvSpPr>
        <p:spPr>
          <a:xfrm>
            <a:off x="773595" y="4408036"/>
            <a:ext cx="7190795" cy="1127004"/>
          </a:xfrm>
          <a:custGeom>
            <a:avLst/>
            <a:gdLst/>
            <a:ahLst/>
            <a:cxnLst/>
            <a:rect l="l" t="t" r="r" b="b"/>
            <a:pathLst>
              <a:path w="7190795" h="1127004">
                <a:moveTo>
                  <a:pt x="0" y="0"/>
                </a:moveTo>
                <a:lnTo>
                  <a:pt x="7190795" y="0"/>
                </a:lnTo>
                <a:lnTo>
                  <a:pt x="7190795" y="1127003"/>
                </a:lnTo>
                <a:lnTo>
                  <a:pt x="0" y="1127003"/>
                </a:lnTo>
                <a:lnTo>
                  <a:pt x="0" y="0"/>
                </a:lnTo>
                <a:close/>
              </a:path>
            </a:pathLst>
          </a:custGeom>
          <a:blipFill>
            <a:blip r:embed="rId4"/>
            <a:stretch>
              <a:fillRect t="-7424" b="-7424"/>
            </a:stretch>
          </a:blipFill>
        </p:spPr>
        <p:txBody>
          <a:bodyPr/>
          <a:lstStyle/>
          <a:p>
            <a:endParaRPr lang="en-US"/>
          </a:p>
        </p:txBody>
      </p:sp>
      <p:sp>
        <p:nvSpPr>
          <p:cNvPr id="8" name="Freeform 8"/>
          <p:cNvSpPr/>
          <p:nvPr/>
        </p:nvSpPr>
        <p:spPr>
          <a:xfrm>
            <a:off x="773595" y="5143500"/>
            <a:ext cx="7441698" cy="4033666"/>
          </a:xfrm>
          <a:custGeom>
            <a:avLst/>
            <a:gdLst/>
            <a:ahLst/>
            <a:cxnLst/>
            <a:rect l="l" t="t" r="r" b="b"/>
            <a:pathLst>
              <a:path w="7441698" h="4033666">
                <a:moveTo>
                  <a:pt x="0" y="0"/>
                </a:moveTo>
                <a:lnTo>
                  <a:pt x="7441698" y="0"/>
                </a:lnTo>
                <a:lnTo>
                  <a:pt x="7441698" y="4033666"/>
                </a:lnTo>
                <a:lnTo>
                  <a:pt x="0" y="4033666"/>
                </a:lnTo>
                <a:lnTo>
                  <a:pt x="0" y="0"/>
                </a:lnTo>
                <a:close/>
              </a:path>
            </a:pathLst>
          </a:custGeom>
          <a:blipFill>
            <a:blip r:embed="rId3"/>
            <a:stretch>
              <a:fillRect t="-104601" b="-26733"/>
            </a:stretch>
          </a:blipFill>
        </p:spPr>
        <p:txBody>
          <a:bodyPr/>
          <a:lstStyle/>
          <a:p>
            <a:endParaRPr lang="en-US"/>
          </a:p>
        </p:txBody>
      </p:sp>
      <p:sp>
        <p:nvSpPr>
          <p:cNvPr id="9" name="TextBox 9"/>
          <p:cNvSpPr txBox="1"/>
          <p:nvPr/>
        </p:nvSpPr>
        <p:spPr>
          <a:xfrm>
            <a:off x="1223740" y="4708319"/>
            <a:ext cx="6410633" cy="521335"/>
          </a:xfrm>
          <a:prstGeom prst="rect">
            <a:avLst/>
          </a:prstGeom>
        </p:spPr>
        <p:txBody>
          <a:bodyPr lIns="0" tIns="0" rIns="0" bIns="0" rtlCol="0" anchor="t">
            <a:spAutoFit/>
          </a:bodyPr>
          <a:lstStyle/>
          <a:p>
            <a:pPr algn="ctr">
              <a:lnSpc>
                <a:spcPts val="4340"/>
              </a:lnSpc>
              <a:spcBef>
                <a:spcPct val="0"/>
              </a:spcBef>
            </a:pPr>
            <a:r>
              <a:rPr lang="en-US" sz="3100" dirty="0">
                <a:solidFill>
                  <a:srgbClr val="000000"/>
                </a:solidFill>
                <a:latin typeface="Noto Sans"/>
                <a:ea typeface="Noto Sans"/>
                <a:cs typeface="Noto Sans"/>
                <a:sym typeface="Noto Sans"/>
              </a:rPr>
              <a:t>XEM ĐỊA CHỈ QUÁN</a:t>
            </a:r>
          </a:p>
        </p:txBody>
      </p:sp>
      <p:sp>
        <p:nvSpPr>
          <p:cNvPr id="10" name="TextBox 10"/>
          <p:cNvSpPr txBox="1"/>
          <p:nvPr/>
        </p:nvSpPr>
        <p:spPr>
          <a:xfrm>
            <a:off x="1028700" y="5785240"/>
            <a:ext cx="6800714" cy="2693035"/>
          </a:xfrm>
          <a:prstGeom prst="rect">
            <a:avLst/>
          </a:prstGeom>
        </p:spPr>
        <p:txBody>
          <a:bodyPr lIns="0" tIns="0" rIns="0" bIns="0" rtlCol="0" anchor="t">
            <a:spAutoFit/>
          </a:bodyPr>
          <a:lstStyle/>
          <a:p>
            <a:pPr marL="669291" lvl="1" indent="-334646" algn="l">
              <a:lnSpc>
                <a:spcPts val="4340"/>
              </a:lnSpc>
              <a:buFont typeface="Arial"/>
              <a:buChar char="•"/>
            </a:pPr>
            <a:r>
              <a:rPr lang="en-US" sz="3100">
                <a:solidFill>
                  <a:srgbClr val="000000"/>
                </a:solidFill>
                <a:latin typeface="Noto Sans"/>
                <a:ea typeface="Noto Sans"/>
                <a:cs typeface="Noto Sans"/>
                <a:sym typeface="Noto Sans"/>
              </a:rPr>
              <a:t>Mục đích: Ứng dụng cung cấp thông tin địa điểm ăn uống và hỗ trợ chỉ đường thông qua Google Maps để người dùng thuận tiện tham khảo.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8"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1000" fill="hold"/>
                                        <p:tgtEl>
                                          <p:spTgt spid="3"/>
                                        </p:tgtEl>
                                        <p:attrNameLst>
                                          <p:attrName>ppt_x</p:attrName>
                                        </p:attrNameLst>
                                      </p:cBhvr>
                                      <p:tavLst>
                                        <p:tav tm="0">
                                          <p:val>
                                            <p:strVal val="0-#ppt_w/2"/>
                                          </p:val>
                                        </p:tav>
                                        <p:tav tm="100000">
                                          <p:val>
                                            <p:strVal val="#ppt_x"/>
                                          </p:val>
                                        </p:tav>
                                      </p:tavLst>
                                    </p:anim>
                                    <p:anim calcmode="lin" valueType="num">
                                      <p:cBhvr additive="base">
                                        <p:cTn id="14" dur="1000" fill="hold"/>
                                        <p:tgtEl>
                                          <p:spTgt spid="3"/>
                                        </p:tgtEl>
                                        <p:attrNameLst>
                                          <p:attrName>ppt_y</p:attrName>
                                        </p:attrNameLst>
                                      </p:cBhvr>
                                      <p:tavLst>
                                        <p:tav tm="0">
                                          <p:val>
                                            <p:strVal val="#ppt_y"/>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1000"/>
                                        <p:tgtEl>
                                          <p:spTgt spid="10"/>
                                        </p:tgtEl>
                                      </p:cBhvr>
                                    </p:animEffect>
                                    <p:anim calcmode="lin" valueType="num">
                                      <p:cBhvr>
                                        <p:cTn id="33" dur="1000" fill="hold"/>
                                        <p:tgtEl>
                                          <p:spTgt spid="10"/>
                                        </p:tgtEl>
                                        <p:attrNameLst>
                                          <p:attrName>ppt_x</p:attrName>
                                        </p:attrNameLst>
                                      </p:cBhvr>
                                      <p:tavLst>
                                        <p:tav tm="0">
                                          <p:val>
                                            <p:strVal val="#ppt_x"/>
                                          </p:val>
                                        </p:tav>
                                        <p:tav tm="100000">
                                          <p:val>
                                            <p:strVal val="#ppt_x"/>
                                          </p:val>
                                        </p:tav>
                                      </p:tavLst>
                                    </p:anim>
                                    <p:anim calcmode="lin" valueType="num">
                                      <p:cBhvr>
                                        <p:cTn id="34" dur="1000" fill="hold"/>
                                        <p:tgtEl>
                                          <p:spTgt spid="10"/>
                                        </p:tgtEl>
                                        <p:attrNameLst>
                                          <p:attrName>ppt_y</p:attrName>
                                        </p:attrNameLst>
                                      </p:cBhvr>
                                      <p:tavLst>
                                        <p:tav tm="0">
                                          <p:val>
                                            <p:strVal val="#ppt_y+.1"/>
                                          </p:val>
                                        </p:tav>
                                        <p:tav tm="100000">
                                          <p:val>
                                            <p:strVal val="#ppt_y"/>
                                          </p:val>
                                        </p:tav>
                                      </p:tavLst>
                                    </p:anim>
                                  </p:childTnLst>
                                </p:cTn>
                              </p:par>
                            </p:childTnLst>
                          </p:cTn>
                        </p:par>
                        <p:par>
                          <p:cTn id="35" fill="hold">
                            <p:stCondLst>
                              <p:cond delay="2000"/>
                            </p:stCondLst>
                            <p:childTnLst>
                              <p:par>
                                <p:cTn id="36" presetID="42" presetClass="entr" presetSubtype="0" fill="hold" grpId="0" nodeType="after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1000"/>
                                        <p:tgtEl>
                                          <p:spTgt spid="6"/>
                                        </p:tgtEl>
                                      </p:cBhvr>
                                    </p:animEffect>
                                    <p:anim calcmode="lin" valueType="num">
                                      <p:cBhvr>
                                        <p:cTn id="39" dur="1000" fill="hold"/>
                                        <p:tgtEl>
                                          <p:spTgt spid="6"/>
                                        </p:tgtEl>
                                        <p:attrNameLst>
                                          <p:attrName>ppt_x</p:attrName>
                                        </p:attrNameLst>
                                      </p:cBhvr>
                                      <p:tavLst>
                                        <p:tav tm="0">
                                          <p:val>
                                            <p:strVal val="#ppt_x"/>
                                          </p:val>
                                        </p:tav>
                                        <p:tav tm="100000">
                                          <p:val>
                                            <p:strVal val="#ppt_x"/>
                                          </p:val>
                                        </p:tav>
                                      </p:tavLst>
                                    </p:anim>
                                    <p:anim calcmode="lin" valueType="num">
                                      <p:cBhvr>
                                        <p:cTn id="40" dur="1000" fill="hold"/>
                                        <p:tgtEl>
                                          <p:spTgt spid="6"/>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1000"/>
                                        <p:tgtEl>
                                          <p:spTgt spid="5"/>
                                        </p:tgtEl>
                                      </p:cBhvr>
                                    </p:animEffect>
                                    <p:anim calcmode="lin" valueType="num">
                                      <p:cBhvr>
                                        <p:cTn id="44" dur="1000" fill="hold"/>
                                        <p:tgtEl>
                                          <p:spTgt spid="5"/>
                                        </p:tgtEl>
                                        <p:attrNameLst>
                                          <p:attrName>ppt_x</p:attrName>
                                        </p:attrNameLst>
                                      </p:cBhvr>
                                      <p:tavLst>
                                        <p:tav tm="0">
                                          <p:val>
                                            <p:strVal val="#ppt_x"/>
                                          </p:val>
                                        </p:tav>
                                        <p:tav tm="100000">
                                          <p:val>
                                            <p:strVal val="#ppt_x"/>
                                          </p:val>
                                        </p:tav>
                                      </p:tavLst>
                                    </p:anim>
                                    <p:anim calcmode="lin" valueType="num">
                                      <p:cBhvr>
                                        <p:cTn id="4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p:bldP spid="7" grpId="0" animBg="1"/>
      <p:bldP spid="8" grpId="0" animBg="1"/>
      <p:bldP spid="9"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CDFFD8">
                <a:alpha val="100000"/>
              </a:srgbClr>
            </a:gs>
            <a:gs pos="100000">
              <a:srgbClr val="94B9FF">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0" y="-2683969"/>
            <a:ext cx="18288000" cy="5192097"/>
          </a:xfrm>
          <a:prstGeom prst="rect">
            <a:avLst/>
          </a:prstGeom>
          <a:gradFill rotWithShape="1">
            <a:gsLst>
              <a:gs pos="0">
                <a:srgbClr val="5DE0E6">
                  <a:alpha val="100000"/>
                </a:srgbClr>
              </a:gs>
              <a:gs pos="100000">
                <a:srgbClr val="004AAD">
                  <a:alpha val="100000"/>
                </a:srgbClr>
              </a:gs>
            </a:gsLst>
            <a:lin ang="0"/>
          </a:gradFill>
        </p:spPr>
        <p:txBody>
          <a:bodyPr/>
          <a:lstStyle/>
          <a:p>
            <a:endParaRPr lang="en-US"/>
          </a:p>
        </p:txBody>
      </p:sp>
      <p:sp>
        <p:nvSpPr>
          <p:cNvPr id="3" name="Freeform 3"/>
          <p:cNvSpPr/>
          <p:nvPr/>
        </p:nvSpPr>
        <p:spPr>
          <a:xfrm>
            <a:off x="609600" y="2964390"/>
            <a:ext cx="8220735" cy="1145941"/>
          </a:xfrm>
          <a:custGeom>
            <a:avLst/>
            <a:gdLst/>
            <a:ahLst/>
            <a:cxnLst/>
            <a:rect l="l" t="t" r="r" b="b"/>
            <a:pathLst>
              <a:path w="8220735" h="1145941">
                <a:moveTo>
                  <a:pt x="0" y="0"/>
                </a:moveTo>
                <a:lnTo>
                  <a:pt x="8220735" y="0"/>
                </a:lnTo>
                <a:lnTo>
                  <a:pt x="8220735" y="1145940"/>
                </a:lnTo>
                <a:lnTo>
                  <a:pt x="0" y="1145940"/>
                </a:lnTo>
                <a:lnTo>
                  <a:pt x="0" y="0"/>
                </a:lnTo>
                <a:close/>
              </a:path>
            </a:pathLst>
          </a:custGeom>
          <a:blipFill>
            <a:blip r:embed="rId2"/>
            <a:stretch>
              <a:fillRect r="-805"/>
            </a:stretch>
          </a:blipFill>
        </p:spPr>
        <p:txBody>
          <a:bodyPr/>
          <a:lstStyle/>
          <a:p>
            <a:endParaRPr lang="en-US"/>
          </a:p>
        </p:txBody>
      </p:sp>
      <p:sp>
        <p:nvSpPr>
          <p:cNvPr id="4" name="TextBox 4"/>
          <p:cNvSpPr txBox="1"/>
          <p:nvPr/>
        </p:nvSpPr>
        <p:spPr>
          <a:xfrm>
            <a:off x="1943100" y="723900"/>
            <a:ext cx="14401800" cy="1090042"/>
          </a:xfrm>
          <a:prstGeom prst="rect">
            <a:avLst/>
          </a:prstGeom>
        </p:spPr>
        <p:txBody>
          <a:bodyPr wrap="square" lIns="0" tIns="0" rIns="0" bIns="0" rtlCol="0" anchor="t">
            <a:spAutoFit/>
          </a:bodyPr>
          <a:lstStyle/>
          <a:p>
            <a:pPr algn="ctr">
              <a:lnSpc>
                <a:spcPts val="8539"/>
              </a:lnSpc>
              <a:spcBef>
                <a:spcPct val="0"/>
              </a:spcBef>
            </a:pPr>
            <a:r>
              <a:rPr lang="en-US" sz="7500" dirty="0">
                <a:solidFill>
                  <a:srgbClr val="000000"/>
                </a:solidFill>
                <a:latin typeface="Lobster" panose="00000500000000000000" pitchFamily="2" charset="-93"/>
                <a:ea typeface="Noto Sans"/>
                <a:cs typeface="Noto Sans"/>
                <a:sym typeface="Noto Sans"/>
              </a:rPr>
              <a:t>Giao </a:t>
            </a:r>
            <a:r>
              <a:rPr lang="en-US" sz="7500" dirty="0" err="1">
                <a:solidFill>
                  <a:srgbClr val="000000"/>
                </a:solidFill>
                <a:latin typeface="Lobster" panose="00000500000000000000" pitchFamily="2" charset="-93"/>
                <a:ea typeface="Noto Sans"/>
                <a:cs typeface="Noto Sans"/>
                <a:sym typeface="Noto Sans"/>
              </a:rPr>
              <a:t>diện</a:t>
            </a:r>
            <a:r>
              <a:rPr lang="en-US" sz="7500" dirty="0">
                <a:solidFill>
                  <a:srgbClr val="000000"/>
                </a:solidFill>
                <a:latin typeface="Lobster" panose="00000500000000000000" pitchFamily="2" charset="-93"/>
                <a:ea typeface="Noto Sans"/>
                <a:cs typeface="Noto Sans"/>
                <a:sym typeface="Noto Sans"/>
              </a:rPr>
              <a:t> chia </a:t>
            </a:r>
            <a:r>
              <a:rPr lang="en-US" sz="7500" dirty="0" err="1">
                <a:solidFill>
                  <a:srgbClr val="000000"/>
                </a:solidFill>
                <a:latin typeface="Lobster" panose="00000500000000000000" pitchFamily="2" charset="-93"/>
                <a:ea typeface="Noto Sans"/>
                <a:cs typeface="Noto Sans"/>
                <a:sym typeface="Noto Sans"/>
              </a:rPr>
              <a:t>sẻ</a:t>
            </a:r>
            <a:r>
              <a:rPr lang="en-US" sz="7500" dirty="0">
                <a:solidFill>
                  <a:srgbClr val="000000"/>
                </a:solidFill>
                <a:latin typeface="Lobster" panose="00000500000000000000" pitchFamily="2" charset="-93"/>
                <a:ea typeface="Noto Sans"/>
                <a:cs typeface="Noto Sans"/>
                <a:sym typeface="Noto Sans"/>
              </a:rPr>
              <a:t> </a:t>
            </a:r>
            <a:r>
              <a:rPr lang="en-US" sz="7500" dirty="0" err="1">
                <a:solidFill>
                  <a:srgbClr val="000000"/>
                </a:solidFill>
                <a:latin typeface="Lobster" panose="00000500000000000000" pitchFamily="2" charset="-93"/>
                <a:ea typeface="Noto Sans"/>
                <a:cs typeface="Noto Sans"/>
                <a:sym typeface="Noto Sans"/>
              </a:rPr>
              <a:t>của</a:t>
            </a:r>
            <a:r>
              <a:rPr lang="en-US" sz="7500" dirty="0">
                <a:solidFill>
                  <a:srgbClr val="000000"/>
                </a:solidFill>
                <a:latin typeface="Lobster" panose="00000500000000000000" pitchFamily="2" charset="-93"/>
                <a:ea typeface="Noto Sans"/>
                <a:cs typeface="Noto Sans"/>
                <a:sym typeface="Noto Sans"/>
              </a:rPr>
              <a:t> </a:t>
            </a:r>
            <a:r>
              <a:rPr lang="en-US" sz="7500" dirty="0" err="1">
                <a:solidFill>
                  <a:srgbClr val="000000"/>
                </a:solidFill>
                <a:latin typeface="Lobster" panose="00000500000000000000" pitchFamily="2" charset="-93"/>
                <a:ea typeface="Noto Sans"/>
                <a:cs typeface="Noto Sans"/>
                <a:sym typeface="Noto Sans"/>
              </a:rPr>
              <a:t>hệ</a:t>
            </a:r>
            <a:r>
              <a:rPr lang="en-US" sz="7500" dirty="0">
                <a:solidFill>
                  <a:srgbClr val="000000"/>
                </a:solidFill>
                <a:latin typeface="Lobster" panose="00000500000000000000" pitchFamily="2" charset="-93"/>
                <a:ea typeface="Noto Sans"/>
                <a:cs typeface="Noto Sans"/>
                <a:sym typeface="Noto Sans"/>
              </a:rPr>
              <a:t> </a:t>
            </a:r>
            <a:r>
              <a:rPr lang="en-US" sz="7500" dirty="0" err="1">
                <a:solidFill>
                  <a:srgbClr val="000000"/>
                </a:solidFill>
                <a:latin typeface="Lobster" panose="00000500000000000000" pitchFamily="2" charset="-93"/>
                <a:ea typeface="Noto Sans"/>
                <a:cs typeface="Noto Sans"/>
                <a:sym typeface="Noto Sans"/>
              </a:rPr>
              <a:t>chuyên</a:t>
            </a:r>
            <a:r>
              <a:rPr lang="en-US" sz="7500" dirty="0">
                <a:solidFill>
                  <a:srgbClr val="000000"/>
                </a:solidFill>
                <a:latin typeface="Lobster" panose="00000500000000000000" pitchFamily="2" charset="-93"/>
                <a:ea typeface="Noto Sans"/>
                <a:cs typeface="Noto Sans"/>
                <a:sym typeface="Noto Sans"/>
              </a:rPr>
              <a:t> </a:t>
            </a:r>
            <a:r>
              <a:rPr lang="en-US" sz="7500" dirty="0" err="1">
                <a:solidFill>
                  <a:srgbClr val="000000"/>
                </a:solidFill>
                <a:latin typeface="Lobster" panose="00000500000000000000" pitchFamily="2" charset="-93"/>
                <a:ea typeface="Noto Sans"/>
                <a:cs typeface="Noto Sans"/>
                <a:sym typeface="Noto Sans"/>
              </a:rPr>
              <a:t>gia</a:t>
            </a:r>
            <a:endParaRPr lang="en-US" sz="7500" dirty="0">
              <a:solidFill>
                <a:srgbClr val="000000"/>
              </a:solidFill>
              <a:latin typeface="Lobster" panose="00000500000000000000" pitchFamily="2" charset="-93"/>
              <a:ea typeface="Noto Sans"/>
              <a:cs typeface="Noto Sans"/>
              <a:sym typeface="Noto Sans"/>
            </a:endParaRPr>
          </a:p>
        </p:txBody>
      </p:sp>
      <p:sp>
        <p:nvSpPr>
          <p:cNvPr id="5" name="Freeform 5"/>
          <p:cNvSpPr/>
          <p:nvPr/>
        </p:nvSpPr>
        <p:spPr>
          <a:xfrm>
            <a:off x="1265660" y="4169575"/>
            <a:ext cx="7190795" cy="1127004"/>
          </a:xfrm>
          <a:custGeom>
            <a:avLst/>
            <a:gdLst/>
            <a:ahLst/>
            <a:cxnLst/>
            <a:rect l="l" t="t" r="r" b="b"/>
            <a:pathLst>
              <a:path w="7190795" h="1127004">
                <a:moveTo>
                  <a:pt x="0" y="0"/>
                </a:moveTo>
                <a:lnTo>
                  <a:pt x="7190794" y="0"/>
                </a:lnTo>
                <a:lnTo>
                  <a:pt x="7190794" y="1127004"/>
                </a:lnTo>
                <a:lnTo>
                  <a:pt x="0" y="1127004"/>
                </a:lnTo>
                <a:lnTo>
                  <a:pt x="0" y="0"/>
                </a:lnTo>
                <a:close/>
              </a:path>
            </a:pathLst>
          </a:custGeom>
          <a:blipFill>
            <a:blip r:embed="rId3"/>
            <a:stretch>
              <a:fillRect t="-7424" b="-7424"/>
            </a:stretch>
          </a:blipFill>
        </p:spPr>
        <p:txBody>
          <a:bodyPr/>
          <a:lstStyle/>
          <a:p>
            <a:endParaRPr lang="en-US"/>
          </a:p>
        </p:txBody>
      </p:sp>
      <p:sp>
        <p:nvSpPr>
          <p:cNvPr id="6" name="Freeform 6"/>
          <p:cNvSpPr/>
          <p:nvPr/>
        </p:nvSpPr>
        <p:spPr>
          <a:xfrm>
            <a:off x="1140208" y="4733077"/>
            <a:ext cx="7441698" cy="5120324"/>
          </a:xfrm>
          <a:custGeom>
            <a:avLst/>
            <a:gdLst/>
            <a:ahLst/>
            <a:cxnLst/>
            <a:rect l="l" t="t" r="r" b="b"/>
            <a:pathLst>
              <a:path w="7441698" h="5120324">
                <a:moveTo>
                  <a:pt x="0" y="0"/>
                </a:moveTo>
                <a:lnTo>
                  <a:pt x="7441698" y="0"/>
                </a:lnTo>
                <a:lnTo>
                  <a:pt x="7441698" y="5120324"/>
                </a:lnTo>
                <a:lnTo>
                  <a:pt x="0" y="5120324"/>
                </a:lnTo>
                <a:lnTo>
                  <a:pt x="0" y="0"/>
                </a:lnTo>
                <a:close/>
              </a:path>
            </a:pathLst>
          </a:custGeom>
          <a:blipFill>
            <a:blip r:embed="rId4"/>
            <a:stretch>
              <a:fillRect t="-70974" b="-11265"/>
            </a:stretch>
          </a:blipFill>
        </p:spPr>
        <p:txBody>
          <a:bodyPr/>
          <a:lstStyle/>
          <a:p>
            <a:endParaRPr lang="en-US"/>
          </a:p>
        </p:txBody>
      </p:sp>
      <p:sp>
        <p:nvSpPr>
          <p:cNvPr id="7" name="TextBox 7"/>
          <p:cNvSpPr txBox="1"/>
          <p:nvPr/>
        </p:nvSpPr>
        <p:spPr>
          <a:xfrm>
            <a:off x="1655741" y="4420426"/>
            <a:ext cx="6410633" cy="662940"/>
          </a:xfrm>
          <a:prstGeom prst="rect">
            <a:avLst/>
          </a:prstGeom>
        </p:spPr>
        <p:txBody>
          <a:bodyPr lIns="0" tIns="0" rIns="0" bIns="0" rtlCol="0" anchor="t">
            <a:spAutoFit/>
          </a:bodyPr>
          <a:lstStyle/>
          <a:p>
            <a:pPr algn="ctr">
              <a:lnSpc>
                <a:spcPts val="5459"/>
              </a:lnSpc>
              <a:spcBef>
                <a:spcPct val="0"/>
              </a:spcBef>
            </a:pPr>
            <a:r>
              <a:rPr lang="en-US" sz="3899">
                <a:solidFill>
                  <a:srgbClr val="000000"/>
                </a:solidFill>
                <a:latin typeface="Noto Sans"/>
                <a:ea typeface="Noto Sans"/>
                <a:cs typeface="Noto Sans"/>
                <a:sym typeface="Noto Sans"/>
              </a:rPr>
              <a:t>CHIA SẺ</a:t>
            </a:r>
          </a:p>
        </p:txBody>
      </p:sp>
      <p:sp>
        <p:nvSpPr>
          <p:cNvPr id="8" name="TextBox 8"/>
          <p:cNvSpPr txBox="1"/>
          <p:nvPr/>
        </p:nvSpPr>
        <p:spPr>
          <a:xfrm>
            <a:off x="1342220" y="5334679"/>
            <a:ext cx="7037674" cy="4181475"/>
          </a:xfrm>
          <a:prstGeom prst="rect">
            <a:avLst/>
          </a:prstGeom>
        </p:spPr>
        <p:txBody>
          <a:bodyPr lIns="0" tIns="0" rIns="0" bIns="0" rtlCol="0" anchor="t">
            <a:spAutoFit/>
          </a:bodyPr>
          <a:lstStyle/>
          <a:p>
            <a:pPr algn="just">
              <a:lnSpc>
                <a:spcPts val="4340"/>
              </a:lnSpc>
              <a:spcBef>
                <a:spcPct val="0"/>
              </a:spcBef>
            </a:pPr>
            <a:r>
              <a:rPr lang="en-US" sz="3100">
                <a:solidFill>
                  <a:srgbClr val="000000"/>
                </a:solidFill>
                <a:latin typeface="Noto Sans"/>
                <a:ea typeface="Noto Sans"/>
                <a:cs typeface="Noto Sans"/>
                <a:sym typeface="Noto Sans"/>
              </a:rPr>
              <a:t>Để thuận tiện cho việc lưu trữ và gửi thông tin tư vấn, bạn có thể sử dụng các tính năng sau:</a:t>
            </a:r>
          </a:p>
          <a:p>
            <a:pPr marL="626112" lvl="1" indent="-313056" algn="just">
              <a:lnSpc>
                <a:spcPts val="4060"/>
              </a:lnSpc>
              <a:buFont typeface="Arial"/>
              <a:buChar char="•"/>
            </a:pPr>
            <a:r>
              <a:rPr lang="en-US" sz="2900">
                <a:solidFill>
                  <a:srgbClr val="000000"/>
                </a:solidFill>
                <a:latin typeface="Noto Sans"/>
                <a:ea typeface="Noto Sans"/>
                <a:cs typeface="Noto Sans"/>
                <a:sym typeface="Noto Sans"/>
              </a:rPr>
              <a:t>Lưu ảnh vào thiết bị: Hỗ trợ tải và lưu hình ảnh thông tin quán ăn trực tiếp vào thư viện ảnh của điện thoại. Bạn có thể xem lại nhanh chóng mà không cần mở lại ứng dụng.</a:t>
            </a:r>
          </a:p>
        </p:txBody>
      </p:sp>
      <p:sp>
        <p:nvSpPr>
          <p:cNvPr id="9" name="Freeform 9"/>
          <p:cNvSpPr/>
          <p:nvPr/>
        </p:nvSpPr>
        <p:spPr>
          <a:xfrm>
            <a:off x="10006267" y="2931586"/>
            <a:ext cx="7441698" cy="6724903"/>
          </a:xfrm>
          <a:custGeom>
            <a:avLst/>
            <a:gdLst/>
            <a:ahLst/>
            <a:cxnLst/>
            <a:rect l="l" t="t" r="r" b="b"/>
            <a:pathLst>
              <a:path w="7441698" h="6724903">
                <a:moveTo>
                  <a:pt x="0" y="0"/>
                </a:moveTo>
                <a:lnTo>
                  <a:pt x="7441698" y="0"/>
                </a:lnTo>
                <a:lnTo>
                  <a:pt x="7441698" y="6724903"/>
                </a:lnTo>
                <a:lnTo>
                  <a:pt x="0" y="6724903"/>
                </a:lnTo>
                <a:lnTo>
                  <a:pt x="0" y="0"/>
                </a:lnTo>
                <a:close/>
              </a:path>
            </a:pathLst>
          </a:custGeom>
          <a:blipFill>
            <a:blip r:embed="rId4"/>
            <a:stretch>
              <a:fillRect t="-30179" b="-8577"/>
            </a:stretch>
          </a:blipFill>
        </p:spPr>
        <p:txBody>
          <a:bodyPr/>
          <a:lstStyle/>
          <a:p>
            <a:endParaRPr lang="en-US"/>
          </a:p>
        </p:txBody>
      </p:sp>
      <p:sp>
        <p:nvSpPr>
          <p:cNvPr id="10" name="TextBox 10"/>
          <p:cNvSpPr txBox="1"/>
          <p:nvPr/>
        </p:nvSpPr>
        <p:spPr>
          <a:xfrm>
            <a:off x="10006267" y="2864911"/>
            <a:ext cx="7253033" cy="6310317"/>
          </a:xfrm>
          <a:prstGeom prst="rect">
            <a:avLst/>
          </a:prstGeom>
        </p:spPr>
        <p:txBody>
          <a:bodyPr lIns="0" tIns="0" rIns="0" bIns="0" rtlCol="0" anchor="t">
            <a:spAutoFit/>
          </a:bodyPr>
          <a:lstStyle/>
          <a:p>
            <a:pPr algn="just">
              <a:lnSpc>
                <a:spcPts val="4512"/>
              </a:lnSpc>
            </a:pPr>
            <a:endParaRPr dirty="0"/>
          </a:p>
          <a:p>
            <a:pPr marL="695871" lvl="1" indent="-347936" algn="just">
              <a:lnSpc>
                <a:spcPts val="4512"/>
              </a:lnSpc>
              <a:buFont typeface="Arial"/>
              <a:buChar char="•"/>
            </a:pPr>
            <a:r>
              <a:rPr lang="en-US" sz="3223" dirty="0">
                <a:solidFill>
                  <a:srgbClr val="000000"/>
                </a:solidFill>
                <a:latin typeface="Noto Sans"/>
                <a:ea typeface="Noto Sans"/>
                <a:cs typeface="Noto Sans"/>
                <a:sym typeface="Noto Sans"/>
              </a:rPr>
              <a:t>Chia </a:t>
            </a:r>
            <a:r>
              <a:rPr lang="en-US" sz="3223" dirty="0" err="1">
                <a:solidFill>
                  <a:srgbClr val="000000"/>
                </a:solidFill>
                <a:latin typeface="Noto Sans"/>
                <a:ea typeface="Noto Sans"/>
                <a:cs typeface="Noto Sans"/>
                <a:sym typeface="Noto Sans"/>
              </a:rPr>
              <a:t>sẻ</a:t>
            </a:r>
            <a:r>
              <a:rPr lang="en-US" sz="3223" dirty="0">
                <a:solidFill>
                  <a:srgbClr val="000000"/>
                </a:solidFill>
                <a:latin typeface="Noto Sans"/>
                <a:ea typeface="Noto Sans"/>
                <a:cs typeface="Noto Sans"/>
                <a:sym typeface="Noto Sans"/>
              </a:rPr>
              <a:t> qua </a:t>
            </a:r>
            <a:r>
              <a:rPr lang="en-US" sz="3223" dirty="0" err="1">
                <a:solidFill>
                  <a:srgbClr val="000000"/>
                </a:solidFill>
                <a:latin typeface="Noto Sans"/>
                <a:ea typeface="Noto Sans"/>
                <a:cs typeface="Noto Sans"/>
                <a:sym typeface="Noto Sans"/>
              </a:rPr>
              <a:t>Zalo</a:t>
            </a:r>
            <a:r>
              <a:rPr lang="en-US" sz="3223" dirty="0">
                <a:solidFill>
                  <a:srgbClr val="000000"/>
                </a:solidFill>
                <a:latin typeface="Noto Sans"/>
                <a:ea typeface="Noto Sans"/>
                <a:cs typeface="Noto Sans"/>
                <a:sym typeface="Noto Sans"/>
              </a:rPr>
              <a:t>: Cho </a:t>
            </a:r>
            <a:r>
              <a:rPr lang="en-US" sz="3223" dirty="0" err="1">
                <a:solidFill>
                  <a:srgbClr val="000000"/>
                </a:solidFill>
                <a:latin typeface="Noto Sans"/>
                <a:ea typeface="Noto Sans"/>
                <a:cs typeface="Noto Sans"/>
                <a:sym typeface="Noto Sans"/>
              </a:rPr>
              <a:t>phép</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gửi</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hình</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ảnh</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hoặc</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thông</a:t>
            </a:r>
            <a:r>
              <a:rPr lang="en-US" sz="3223" dirty="0">
                <a:solidFill>
                  <a:srgbClr val="000000"/>
                </a:solidFill>
                <a:latin typeface="Noto Sans"/>
                <a:ea typeface="Noto Sans"/>
                <a:cs typeface="Noto Sans"/>
                <a:sym typeface="Noto Sans"/>
              </a:rPr>
              <a:t> tin </a:t>
            </a:r>
            <a:r>
              <a:rPr lang="en-US" sz="3223" dirty="0" err="1">
                <a:solidFill>
                  <a:srgbClr val="000000"/>
                </a:solidFill>
                <a:latin typeface="Noto Sans"/>
                <a:ea typeface="Noto Sans"/>
                <a:cs typeface="Noto Sans"/>
                <a:sym typeface="Noto Sans"/>
              </a:rPr>
              <a:t>địa</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điểm</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trực</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tiếp</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đến</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bạn</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bè</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người</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thân</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hoặc</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nhóm</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trò</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chuyện</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trên</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Zalo</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để</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cùng</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thảo</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luận</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và</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lựa</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chọn</a:t>
            </a:r>
            <a:r>
              <a:rPr lang="en-US" sz="3223" dirty="0">
                <a:solidFill>
                  <a:srgbClr val="000000"/>
                </a:solidFill>
                <a:latin typeface="Noto Sans"/>
                <a:ea typeface="Noto Sans"/>
                <a:cs typeface="Noto Sans"/>
                <a:sym typeface="Noto Sans"/>
              </a:rPr>
              <a:t>.</a:t>
            </a:r>
          </a:p>
          <a:p>
            <a:pPr marL="695871" lvl="1" indent="-347936" algn="just">
              <a:lnSpc>
                <a:spcPts val="4512"/>
              </a:lnSpc>
              <a:buFont typeface="Arial"/>
              <a:buChar char="•"/>
            </a:pPr>
            <a:r>
              <a:rPr lang="en-US" sz="3223" dirty="0" err="1">
                <a:solidFill>
                  <a:srgbClr val="000000"/>
                </a:solidFill>
                <a:latin typeface="Noto Sans"/>
                <a:ea typeface="Noto Sans"/>
                <a:cs typeface="Noto Sans"/>
                <a:sym typeface="Noto Sans"/>
              </a:rPr>
              <a:t>Tính</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năng</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tiện</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lợi</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Hình</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ảnh</a:t>
            </a:r>
            <a:r>
              <a:rPr lang="en-US" sz="3223" dirty="0">
                <a:solidFill>
                  <a:srgbClr val="000000"/>
                </a:solidFill>
                <a:latin typeface="Noto Sans"/>
                <a:ea typeface="Noto Sans"/>
                <a:cs typeface="Noto Sans"/>
                <a:sym typeface="Noto Sans"/>
              </a:rPr>
              <a:t> chia </a:t>
            </a:r>
            <a:r>
              <a:rPr lang="en-US" sz="3223" dirty="0" err="1">
                <a:solidFill>
                  <a:srgbClr val="000000"/>
                </a:solidFill>
                <a:latin typeface="Noto Sans"/>
                <a:ea typeface="Noto Sans"/>
                <a:cs typeface="Noto Sans"/>
                <a:sym typeface="Noto Sans"/>
              </a:rPr>
              <a:t>sẻ</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đã</a:t>
            </a:r>
            <a:r>
              <a:rPr lang="en-US" sz="3223" dirty="0">
                <a:solidFill>
                  <a:srgbClr val="000000"/>
                </a:solidFill>
                <a:latin typeface="Noto Sans"/>
                <a:ea typeface="Noto Sans"/>
                <a:cs typeface="Noto Sans"/>
                <a:sym typeface="Noto Sans"/>
              </a:rPr>
              <a:t> bao </a:t>
            </a:r>
            <a:r>
              <a:rPr lang="en-US" sz="3223" dirty="0" err="1">
                <a:solidFill>
                  <a:srgbClr val="000000"/>
                </a:solidFill>
                <a:latin typeface="Noto Sans"/>
                <a:ea typeface="Noto Sans"/>
                <a:cs typeface="Noto Sans"/>
                <a:sym typeface="Noto Sans"/>
              </a:rPr>
              <a:t>gồm</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đầy</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đủ</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thông</a:t>
            </a:r>
            <a:r>
              <a:rPr lang="en-US" sz="3223" dirty="0">
                <a:solidFill>
                  <a:srgbClr val="000000"/>
                </a:solidFill>
                <a:latin typeface="Noto Sans"/>
                <a:ea typeface="Noto Sans"/>
                <a:cs typeface="Noto Sans"/>
                <a:sym typeface="Noto Sans"/>
              </a:rPr>
              <a:t> tin </a:t>
            </a:r>
            <a:r>
              <a:rPr lang="en-US" sz="3223" dirty="0" err="1">
                <a:solidFill>
                  <a:srgbClr val="000000"/>
                </a:solidFill>
                <a:latin typeface="Noto Sans"/>
                <a:ea typeface="Noto Sans"/>
                <a:cs typeface="Noto Sans"/>
                <a:sym typeface="Noto Sans"/>
              </a:rPr>
              <a:t>món</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ăn</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giúp</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người</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nhận</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dễ</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dàng</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nắm</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bắt</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thông</a:t>
            </a:r>
            <a:r>
              <a:rPr lang="en-US" sz="3223" dirty="0">
                <a:solidFill>
                  <a:srgbClr val="000000"/>
                </a:solidFill>
                <a:latin typeface="Noto Sans"/>
                <a:ea typeface="Noto Sans"/>
                <a:cs typeface="Noto Sans"/>
                <a:sym typeface="Noto Sans"/>
              </a:rPr>
              <a:t> tin </a:t>
            </a:r>
            <a:r>
              <a:rPr lang="en-US" sz="3223" dirty="0" err="1">
                <a:solidFill>
                  <a:srgbClr val="000000"/>
                </a:solidFill>
                <a:latin typeface="Noto Sans"/>
                <a:ea typeface="Noto Sans"/>
                <a:cs typeface="Noto Sans"/>
                <a:sym typeface="Noto Sans"/>
              </a:rPr>
              <a:t>mà</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không</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cần</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thao</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tác</a:t>
            </a:r>
            <a:r>
              <a:rPr lang="en-US" sz="3223" dirty="0">
                <a:solidFill>
                  <a:srgbClr val="000000"/>
                </a:solidFill>
                <a:latin typeface="Noto Sans"/>
                <a:ea typeface="Noto Sans"/>
                <a:cs typeface="Noto Sans"/>
                <a:sym typeface="Noto Sans"/>
              </a:rPr>
              <a:t> </a:t>
            </a:r>
            <a:r>
              <a:rPr lang="en-US" sz="3223" dirty="0" err="1">
                <a:solidFill>
                  <a:srgbClr val="000000"/>
                </a:solidFill>
                <a:latin typeface="Noto Sans"/>
                <a:ea typeface="Noto Sans"/>
                <a:cs typeface="Noto Sans"/>
                <a:sym typeface="Noto Sans"/>
              </a:rPr>
              <a:t>thêm</a:t>
            </a:r>
            <a:r>
              <a:rPr lang="en-US" sz="3223" dirty="0">
                <a:solidFill>
                  <a:srgbClr val="000000"/>
                </a:solidFill>
                <a:latin typeface="Noto Sans"/>
                <a:ea typeface="Noto Sans"/>
                <a:cs typeface="Noto Sans"/>
                <a:sym typeface="Noto San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8"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1000" fill="hold"/>
                                        <p:tgtEl>
                                          <p:spTgt spid="3"/>
                                        </p:tgtEl>
                                        <p:attrNameLst>
                                          <p:attrName>ppt_x</p:attrName>
                                        </p:attrNameLst>
                                      </p:cBhvr>
                                      <p:tavLst>
                                        <p:tav tm="0">
                                          <p:val>
                                            <p:strVal val="0-#ppt_w/2"/>
                                          </p:val>
                                        </p:tav>
                                        <p:tav tm="100000">
                                          <p:val>
                                            <p:strVal val="#ppt_x"/>
                                          </p:val>
                                        </p:tav>
                                      </p:tavLst>
                                    </p:anim>
                                    <p:anim calcmode="lin" valueType="num">
                                      <p:cBhvr additive="base">
                                        <p:cTn id="14" dur="1000" fill="hold"/>
                                        <p:tgtEl>
                                          <p:spTgt spid="3"/>
                                        </p:tgtEl>
                                        <p:attrNameLst>
                                          <p:attrName>ppt_y</p:attrName>
                                        </p:attrNameLst>
                                      </p:cBhvr>
                                      <p:tavLst>
                                        <p:tav tm="0">
                                          <p:val>
                                            <p:strVal val="#ppt_y"/>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1000"/>
                                        <p:tgtEl>
                                          <p:spTgt spid="6"/>
                                        </p:tgtEl>
                                      </p:cBhvr>
                                    </p:animEffect>
                                    <p:anim calcmode="lin" valueType="num">
                                      <p:cBhvr>
                                        <p:cTn id="33" dur="1000" fill="hold"/>
                                        <p:tgtEl>
                                          <p:spTgt spid="6"/>
                                        </p:tgtEl>
                                        <p:attrNameLst>
                                          <p:attrName>ppt_x</p:attrName>
                                        </p:attrNameLst>
                                      </p:cBhvr>
                                      <p:tavLst>
                                        <p:tav tm="0">
                                          <p:val>
                                            <p:strVal val="#ppt_x"/>
                                          </p:val>
                                        </p:tav>
                                        <p:tav tm="100000">
                                          <p:val>
                                            <p:strVal val="#ppt_x"/>
                                          </p:val>
                                        </p:tav>
                                      </p:tavLst>
                                    </p:anim>
                                    <p:anim calcmode="lin" valueType="num">
                                      <p:cBhvr>
                                        <p:cTn id="34" dur="1000" fill="hold"/>
                                        <p:tgtEl>
                                          <p:spTgt spid="6"/>
                                        </p:tgtEl>
                                        <p:attrNameLst>
                                          <p:attrName>ppt_y</p:attrName>
                                        </p:attrNameLst>
                                      </p:cBhvr>
                                      <p:tavLst>
                                        <p:tav tm="0">
                                          <p:val>
                                            <p:strVal val="#ppt_y+.1"/>
                                          </p:val>
                                        </p:tav>
                                        <p:tav tm="100000">
                                          <p:val>
                                            <p:strVal val="#ppt_y"/>
                                          </p:val>
                                        </p:tav>
                                      </p:tavLst>
                                    </p:anim>
                                  </p:childTnLst>
                                </p:cTn>
                              </p:par>
                            </p:childTnLst>
                          </p:cTn>
                        </p:par>
                        <p:par>
                          <p:cTn id="35" fill="hold">
                            <p:stCondLst>
                              <p:cond delay="2000"/>
                            </p:stCondLst>
                            <p:childTnLst>
                              <p:par>
                                <p:cTn id="36" presetID="42" presetClass="entr" presetSubtype="0" fill="hold" grpId="0" nodeType="after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000"/>
                                        <p:tgtEl>
                                          <p:spTgt spid="9"/>
                                        </p:tgtEl>
                                      </p:cBhvr>
                                    </p:animEffect>
                                    <p:anim calcmode="lin" valueType="num">
                                      <p:cBhvr>
                                        <p:cTn id="39" dur="1000" fill="hold"/>
                                        <p:tgtEl>
                                          <p:spTgt spid="9"/>
                                        </p:tgtEl>
                                        <p:attrNameLst>
                                          <p:attrName>ppt_x</p:attrName>
                                        </p:attrNameLst>
                                      </p:cBhvr>
                                      <p:tavLst>
                                        <p:tav tm="0">
                                          <p:val>
                                            <p:strVal val="#ppt_x"/>
                                          </p:val>
                                        </p:tav>
                                        <p:tav tm="100000">
                                          <p:val>
                                            <p:strVal val="#ppt_x"/>
                                          </p:val>
                                        </p:tav>
                                      </p:tavLst>
                                    </p:anim>
                                    <p:anim calcmode="lin" valueType="num">
                                      <p:cBhvr>
                                        <p:cTn id="40" dur="1000" fill="hold"/>
                                        <p:tgtEl>
                                          <p:spTgt spid="9"/>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000"/>
                                        <p:tgtEl>
                                          <p:spTgt spid="10"/>
                                        </p:tgtEl>
                                      </p:cBhvr>
                                    </p:animEffect>
                                    <p:anim calcmode="lin" valueType="num">
                                      <p:cBhvr>
                                        <p:cTn id="44" dur="1000" fill="hold"/>
                                        <p:tgtEl>
                                          <p:spTgt spid="10"/>
                                        </p:tgtEl>
                                        <p:attrNameLst>
                                          <p:attrName>ppt_x</p:attrName>
                                        </p:attrNameLst>
                                      </p:cBhvr>
                                      <p:tavLst>
                                        <p:tav tm="0">
                                          <p:val>
                                            <p:strVal val="#ppt_x"/>
                                          </p:val>
                                        </p:tav>
                                        <p:tav tm="100000">
                                          <p:val>
                                            <p:strVal val="#ppt_x"/>
                                          </p:val>
                                        </p:tav>
                                      </p:tavLst>
                                    </p:anim>
                                    <p:anim calcmode="lin" valueType="num">
                                      <p:cBhvr>
                                        <p:cTn id="4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animBg="1"/>
      <p:bldP spid="7" grpId="0"/>
      <p:bldP spid="8" grpId="0"/>
      <p:bldP spid="9" grpId="0" animBg="1"/>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66BDC-F792-291E-45E7-E28B625CC7D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A382965-0433-35B9-4DA4-4A8CBD3779F7}"/>
              </a:ext>
            </a:extLst>
          </p:cNvPr>
          <p:cNvSpPr/>
          <p:nvPr/>
        </p:nvSpPr>
        <p:spPr>
          <a:xfrm>
            <a:off x="0" y="0"/>
            <a:ext cx="18496975" cy="10287000"/>
          </a:xfrm>
          <a:custGeom>
            <a:avLst/>
            <a:gdLst/>
            <a:ahLst/>
            <a:cxnLst/>
            <a:rect l="l" t="t" r="r" b="b"/>
            <a:pathLst>
              <a:path w="18496975" h="10287000">
                <a:moveTo>
                  <a:pt x="0" y="0"/>
                </a:moveTo>
                <a:lnTo>
                  <a:pt x="18496975" y="0"/>
                </a:lnTo>
                <a:lnTo>
                  <a:pt x="18496975" y="10287000"/>
                </a:lnTo>
                <a:lnTo>
                  <a:pt x="0" y="10287000"/>
                </a:lnTo>
                <a:lnTo>
                  <a:pt x="0" y="0"/>
                </a:lnTo>
                <a:close/>
              </a:path>
            </a:pathLst>
          </a:custGeom>
          <a:blipFill>
            <a:blip r:embed="rId2"/>
            <a:stretch>
              <a:fillRect t="-3407" r="-2124" b="-18892"/>
            </a:stretch>
          </a:blipFill>
        </p:spPr>
        <p:txBody>
          <a:bodyPr/>
          <a:lstStyle/>
          <a:p>
            <a:endParaRPr lang="en-US" dirty="0"/>
          </a:p>
        </p:txBody>
      </p:sp>
      <p:sp>
        <p:nvSpPr>
          <p:cNvPr id="4" name="Rectangle 3">
            <a:extLst>
              <a:ext uri="{FF2B5EF4-FFF2-40B4-BE49-F238E27FC236}">
                <a16:creationId xmlns:a16="http://schemas.microsoft.com/office/drawing/2014/main" id="{B7FA14DD-836B-9D37-F5AF-2A07610EBE26}"/>
              </a:ext>
            </a:extLst>
          </p:cNvPr>
          <p:cNvSpPr/>
          <p:nvPr/>
        </p:nvSpPr>
        <p:spPr>
          <a:xfrm>
            <a:off x="5281404" y="3848100"/>
            <a:ext cx="7725192" cy="1862048"/>
          </a:xfrm>
          <a:prstGeom prst="rect">
            <a:avLst/>
          </a:prstGeom>
          <a:noFill/>
        </p:spPr>
        <p:txBody>
          <a:bodyPr wrap="none" lIns="91440" tIns="45720" rIns="91440" bIns="45720">
            <a:spAutoFit/>
          </a:bodyPr>
          <a:lstStyle/>
          <a:p>
            <a:pPr algn="ctr"/>
            <a:r>
              <a:rPr lang="vi-VN" sz="11500" b="1" i="1" dirty="0">
                <a:ln w="22225">
                  <a:solidFill>
                    <a:schemeClr val="accent2"/>
                  </a:solidFill>
                  <a:prstDash val="solid"/>
                </a:ln>
                <a:solidFill>
                  <a:schemeClr val="accent2">
                    <a:lumMod val="40000"/>
                    <a:lumOff val="60000"/>
                  </a:schemeClr>
                </a:solidFill>
                <a:effectLst>
                  <a:outerShdw blurRad="75057" dist="38100" dir="5400000" sy="-20000" rotWithShape="0">
                    <a:prstClr val="black">
                      <a:alpha val="25000"/>
                    </a:prstClr>
                  </a:outerShdw>
                </a:effectLst>
              </a:rPr>
              <a:t>Thank You</a:t>
            </a:r>
            <a:endParaRPr lang="en-US" sz="11500" b="1" i="1" dirty="0">
              <a:ln w="22225">
                <a:solidFill>
                  <a:schemeClr val="accent2"/>
                </a:solidFill>
                <a:prstDash val="solid"/>
              </a:ln>
              <a:solidFill>
                <a:schemeClr val="accent2">
                  <a:lumMod val="40000"/>
                  <a:lumOff val="60000"/>
                </a:schemeClr>
              </a:solidFill>
              <a:effectLst>
                <a:outerShdw blurRad="75057" dist="38100" dir="5400000" sy="-20000" rotWithShape="0">
                  <a:prstClr val="black">
                    <a:alpha val="25000"/>
                  </a:prstClr>
                </a:outerShdw>
              </a:effectLst>
            </a:endParaRPr>
          </a:p>
        </p:txBody>
      </p:sp>
    </p:spTree>
    <p:extLst>
      <p:ext uri="{BB962C8B-B14F-4D97-AF65-F5344CB8AC3E}">
        <p14:creationId xmlns:p14="http://schemas.microsoft.com/office/powerpoint/2010/main" val="2475820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250"/>
                                        <p:tgtEl>
                                          <p:spTgt spid="2"/>
                                        </p:tgtEl>
                                      </p:cBhvr>
                                    </p:animEffect>
                                  </p:childTnLst>
                                </p:cTn>
                              </p:par>
                            </p:childTnLst>
                          </p:cTn>
                        </p:par>
                        <p:par>
                          <p:cTn id="8" fill="hold">
                            <p:stCondLst>
                              <p:cond delay="1250"/>
                            </p:stCondLst>
                            <p:childTnLst>
                              <p:par>
                                <p:cTn id="9" presetID="42"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1554</Words>
  <Application>Microsoft Office PowerPoint</Application>
  <PresentationFormat>Custom</PresentationFormat>
  <Paragraphs>106</Paragraphs>
  <Slides>15</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15</vt:i4>
      </vt:variant>
    </vt:vector>
  </HeadingPairs>
  <TitlesOfParts>
    <vt:vector size="28" baseType="lpstr">
      <vt:lpstr>Faustina</vt:lpstr>
      <vt:lpstr>Calibri</vt:lpstr>
      <vt:lpstr>Noto Sans</vt:lpstr>
      <vt:lpstr>Faustina Bold</vt:lpstr>
      <vt:lpstr>Arial</vt:lpstr>
      <vt:lpstr>Lobster</vt:lpstr>
      <vt:lpstr>Noto Sans Bold</vt:lpstr>
      <vt:lpstr>Algerian</vt:lpstr>
      <vt:lpstr>Aptos</vt:lpstr>
      <vt:lpstr>Consolas</vt:lpstr>
      <vt:lpstr>Noto Sans Italics</vt:lpstr>
      <vt:lpstr>Asap</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thuyết trình Bảng kế hoạch Ăn uống hàng ngày, hàng tuần, hàng tháng Màu cam và Màu đào Phong cách Đơn giản Tối giản</dc:title>
  <cp:lastModifiedBy>LE THI DIEM</cp:lastModifiedBy>
  <cp:revision>7</cp:revision>
  <dcterms:created xsi:type="dcterms:W3CDTF">2006-08-16T00:00:00Z</dcterms:created>
  <dcterms:modified xsi:type="dcterms:W3CDTF">2026-01-08T23:44:43Z</dcterms:modified>
  <dc:identifier>DAG9j8SREk4</dc:identifier>
</cp:coreProperties>
</file>